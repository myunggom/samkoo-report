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"/>
  </p:notesMasterIdLst>
  <p:sldIdLst>
    <p:sldId id="257" r:id="rId3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5841" userDrawn="1">
          <p15:clr>
            <a:srgbClr val="A4A3A4"/>
          </p15:clr>
        </p15:guide>
        <p15:guide id="3" pos="398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orient="horz" pos="1275" userDrawn="1">
          <p15:clr>
            <a:srgbClr val="A4A3A4"/>
          </p15:clr>
        </p15:guide>
        <p15:guide id="6" pos="3120" userDrawn="1">
          <p15:clr>
            <a:srgbClr val="A4A3A4"/>
          </p15:clr>
        </p15:guide>
        <p15:guide id="7" orient="horz" pos="6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2F2"/>
    <a:srgbClr val="1A59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78" y="114"/>
      </p:cViewPr>
      <p:guideLst>
        <p:guide orient="horz" pos="346"/>
        <p:guide pos="5841"/>
        <p:guide pos="398"/>
        <p:guide orient="horz" pos="3974"/>
        <p:guide orient="horz" pos="1275"/>
        <p:guide pos="3120"/>
        <p:guide orient="horz" pos="686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5C12B-7F21-44DC-85F2-C994F1F292B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46F32-3CC9-42D3-A5D5-1C346A67B2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36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1"/>
            </a:lvl1pPr>
            <a:lvl2pPr marL="457181" indent="0" algn="ctr">
              <a:buNone/>
              <a:defRPr sz="2000"/>
            </a:lvl2pPr>
            <a:lvl3pPr marL="914362" indent="0" algn="ctr">
              <a:buNone/>
              <a:defRPr sz="1800"/>
            </a:lvl3pPr>
            <a:lvl4pPr marL="1371543" indent="0" algn="ctr">
              <a:buNone/>
              <a:defRPr sz="1600"/>
            </a:lvl4pPr>
            <a:lvl5pPr marL="1828723" indent="0" algn="ctr">
              <a:buNone/>
              <a:defRPr sz="1600"/>
            </a:lvl5pPr>
            <a:lvl6pPr marL="2285905" indent="0" algn="ctr">
              <a:buNone/>
              <a:defRPr sz="1600"/>
            </a:lvl6pPr>
            <a:lvl7pPr marL="2743085" indent="0" algn="ctr">
              <a:buNone/>
              <a:defRPr sz="1600"/>
            </a:lvl7pPr>
            <a:lvl8pPr marL="3200266" indent="0" algn="ctr">
              <a:buNone/>
              <a:defRPr sz="1600"/>
            </a:lvl8pPr>
            <a:lvl9pPr marL="36574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AE1C-404E-4B3D-B2A0-68BDCEF4E29C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3383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9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46F8-74B9-4DF5-995F-57A5D4B03333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72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1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1" y="4589466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1">
                <a:solidFill>
                  <a:schemeClr val="tx1">
                    <a:tint val="82000"/>
                  </a:schemeClr>
                </a:solidFill>
              </a:defRPr>
            </a:lvl1pPr>
            <a:lvl2pPr marL="45718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6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0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8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F6CF-98FF-4D24-8D1D-FE1182A2FD2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9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9EAD-9385-4B63-869D-ACE5CDA4AC2D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78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0" y="1681164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1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3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0" y="2505076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4" y="1681164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1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3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4" y="2505076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485B-6592-43F5-A4B5-265B9E242FAF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099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9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7DF97-DF58-4E78-9D2F-26BE97C28EDA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98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777D-CE00-47EA-A0D6-9397B7BBA259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7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  <a:prstGeom prst="rect">
            <a:avLst/>
          </a:prstGeom>
        </p:spPr>
        <p:txBody>
          <a:bodyPr anchor="b"/>
          <a:lstStyle>
            <a:lvl1pPr>
              <a:defRPr sz="31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1" y="987428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1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4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2" indent="0">
              <a:buNone/>
              <a:defRPr sz="1200"/>
            </a:lvl3pPr>
            <a:lvl4pPr marL="1371543" indent="0">
              <a:buNone/>
              <a:defRPr sz="1000"/>
            </a:lvl4pPr>
            <a:lvl5pPr marL="1828723" indent="0">
              <a:buNone/>
              <a:defRPr sz="1000"/>
            </a:lvl5pPr>
            <a:lvl6pPr marL="2285905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6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558A8-4CEE-4EDA-8728-A4272D62AB6D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3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  <a:prstGeom prst="rect">
            <a:avLst/>
          </a:prstGeom>
        </p:spPr>
        <p:txBody>
          <a:bodyPr anchor="b"/>
          <a:lstStyle>
            <a:lvl1pPr>
              <a:defRPr sz="31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1" y="987428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199"/>
            </a:lvl1pPr>
            <a:lvl2pPr marL="457181" indent="0">
              <a:buNone/>
              <a:defRPr sz="2799"/>
            </a:lvl2pPr>
            <a:lvl3pPr marL="914362" indent="0">
              <a:buNone/>
              <a:defRPr sz="2401"/>
            </a:lvl3pPr>
            <a:lvl4pPr marL="1371543" indent="0">
              <a:buNone/>
              <a:defRPr sz="2000"/>
            </a:lvl4pPr>
            <a:lvl5pPr marL="1828723" indent="0">
              <a:buNone/>
              <a:defRPr sz="2000"/>
            </a:lvl5pPr>
            <a:lvl6pPr marL="2285905" indent="0">
              <a:buNone/>
              <a:defRPr sz="2000"/>
            </a:lvl6pPr>
            <a:lvl7pPr marL="2743085" indent="0">
              <a:buNone/>
              <a:defRPr sz="2000"/>
            </a:lvl7pPr>
            <a:lvl8pPr marL="3200266" indent="0">
              <a:buNone/>
              <a:defRPr sz="2000"/>
            </a:lvl8pPr>
            <a:lvl9pPr marL="3657446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4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2" indent="0">
              <a:buNone/>
              <a:defRPr sz="1200"/>
            </a:lvl3pPr>
            <a:lvl4pPr marL="1371543" indent="0">
              <a:buNone/>
              <a:defRPr sz="1000"/>
            </a:lvl4pPr>
            <a:lvl5pPr marL="1828723" indent="0">
              <a:buNone/>
              <a:defRPr sz="1000"/>
            </a:lvl5pPr>
            <a:lvl6pPr marL="2285905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6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7BD6-0C80-4ACB-9CD4-98DFAC29C689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20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9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D788D-82C7-43E3-9C02-1B8F9929CFD3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01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0F9E-0B97-4F95-A664-1B91FCB13372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497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004CD-70CE-A54F-FC1E-4AB22DB34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89D711-2A0F-92C4-6B23-24FAAFCCE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1"/>
            </a:lvl1pPr>
            <a:lvl2pPr marL="457181" indent="0" algn="ctr">
              <a:buNone/>
              <a:defRPr sz="2000"/>
            </a:lvl2pPr>
            <a:lvl3pPr marL="914362" indent="0" algn="ctr">
              <a:buNone/>
              <a:defRPr sz="1800"/>
            </a:lvl3pPr>
            <a:lvl4pPr marL="1371543" indent="0" algn="ctr">
              <a:buNone/>
              <a:defRPr sz="1600"/>
            </a:lvl4pPr>
            <a:lvl5pPr marL="1828723" indent="0" algn="ctr">
              <a:buNone/>
              <a:defRPr sz="1600"/>
            </a:lvl5pPr>
            <a:lvl6pPr marL="2285905" indent="0" algn="ctr">
              <a:buNone/>
              <a:defRPr sz="1600"/>
            </a:lvl6pPr>
            <a:lvl7pPr marL="2743085" indent="0" algn="ctr">
              <a:buNone/>
              <a:defRPr sz="1600"/>
            </a:lvl7pPr>
            <a:lvl8pPr marL="3200266" indent="0" algn="ctr">
              <a:buNone/>
              <a:defRPr sz="1600"/>
            </a:lvl8pPr>
            <a:lvl9pPr marL="36574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6E9CDF-61B4-5A47-7877-2A2B0685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240F-62F7-47B8-BF47-C09C7B81CEC5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FBF4AA-4A7D-896D-0A3E-DD4515DD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BA168-B06D-9EEB-8BD8-8654876FF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945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7967E-AE90-176E-1F28-1BDC27A03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B6369F-22B2-DE85-5E6B-C98A6793A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A4D34C-CC70-2716-D79D-A657426CD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FA99-AF2F-4754-B08D-57D8CE141449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D39949-29EC-BB2F-F580-87FDFFB6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BBA210-9227-4CEE-638A-2DD2AC9E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628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A3C28-FA02-1D5E-CD9D-3CAA4854A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7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DE4433-614D-0E70-1841-5C76E08F3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7" y="4589464"/>
            <a:ext cx="8543925" cy="1500187"/>
          </a:xfrm>
        </p:spPr>
        <p:txBody>
          <a:bodyPr/>
          <a:lstStyle>
            <a:lvl1pPr marL="0" indent="0">
              <a:buNone/>
              <a:defRPr sz="2401">
                <a:solidFill>
                  <a:schemeClr val="tx1">
                    <a:tint val="82000"/>
                  </a:schemeClr>
                </a:solidFill>
              </a:defRPr>
            </a:lvl1pPr>
            <a:lvl2pPr marL="45718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6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0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8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1A625-605F-D23B-1A14-C803D911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1026-A0A3-4487-9345-A1B7B2A15F8D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919F4A-082C-9D24-3878-0C9F92FA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D9F6D-36D0-7078-9935-E6F7BC363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996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1675D1-3FA7-4F1B-848C-3F4A4260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AB75F8-7EC5-6420-D0DA-1B8AF470D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0BB59-E0C1-99F3-13C1-2093EDD5C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1" y="1825625"/>
            <a:ext cx="4195763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42AA7-4D21-46EF-4C1C-65BA91A4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57E5-04CD-4036-8584-332D5D471A62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6BCB15-E519-56AE-7C8A-F83869F9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867C56-B627-F560-9E91-4C119AF1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605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4D319-1A83-9484-9092-BBC64712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6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8ADAD3-B3CD-F8D9-D206-B02C10A39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4" y="1681164"/>
            <a:ext cx="4191001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3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79AA72-35C3-2E62-D045-5C84A370F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4" y="2505076"/>
            <a:ext cx="419100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707D1D-3C46-0AB0-2A47-37D2BC461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4" y="1681164"/>
            <a:ext cx="4211637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3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5F6285-9BDE-1F4A-0271-192A7F700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4" y="2505076"/>
            <a:ext cx="42116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BF3F5B-B52F-8718-615A-D0E23B0A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1F60-6B2C-4386-9C10-2F376389DFFB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26A1EB-8FAD-B7B7-B75C-25184775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8BD8DD-67F4-54F2-1DBD-8B71F66A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430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A9378-5C3E-DFB5-D1C8-DEC6912F1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42A66D-5F0B-7951-F999-D74BA43A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0B7B-2ADF-4694-A46A-F240E6CA900F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00319C-F950-5427-1A09-984CFE5D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138302-0E5B-281E-F7E7-14D55FEE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815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FD55D4-D61E-F2DB-2B02-8B2D4CFF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D274-C708-459F-94E6-9743D318F8F6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D5B70A-C963-2EBD-5CAC-4D232F0F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72D372-E195-5512-A6EC-BB4B0ED8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275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93965-0065-B1ED-4F59-6C09A0E85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7" y="457200"/>
            <a:ext cx="3194049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CA190-D50D-3C7C-3A41-C67F5EE2C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7" y="987426"/>
            <a:ext cx="5014912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1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99CD54-1726-C179-1523-5BF471C89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7" y="2057400"/>
            <a:ext cx="31940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2" indent="0">
              <a:buNone/>
              <a:defRPr sz="1200"/>
            </a:lvl3pPr>
            <a:lvl4pPr marL="1371543" indent="0">
              <a:buNone/>
              <a:defRPr sz="1000"/>
            </a:lvl4pPr>
            <a:lvl5pPr marL="1828723" indent="0">
              <a:buNone/>
              <a:defRPr sz="1000"/>
            </a:lvl5pPr>
            <a:lvl6pPr marL="2285905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6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F378D4-A62A-C565-A09E-9D39F626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CC56-AA8B-4675-B77E-EC3CBC472D7A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CF9088-5C37-C597-8525-B44B549E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B32FC8-84AF-8CA4-EBDE-7C4198DA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757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187ED-0748-F8EC-19EA-A5ED05B7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7" y="457200"/>
            <a:ext cx="3194049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68E60D-92AD-1341-0DD9-2F71A889CE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7" y="987426"/>
            <a:ext cx="5014912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181" indent="0">
              <a:buNone/>
              <a:defRPr sz="2799"/>
            </a:lvl2pPr>
            <a:lvl3pPr marL="914362" indent="0">
              <a:buNone/>
              <a:defRPr sz="2401"/>
            </a:lvl3pPr>
            <a:lvl4pPr marL="1371543" indent="0">
              <a:buNone/>
              <a:defRPr sz="2000"/>
            </a:lvl4pPr>
            <a:lvl5pPr marL="1828723" indent="0">
              <a:buNone/>
              <a:defRPr sz="2000"/>
            </a:lvl5pPr>
            <a:lvl6pPr marL="2285905" indent="0">
              <a:buNone/>
              <a:defRPr sz="2000"/>
            </a:lvl6pPr>
            <a:lvl7pPr marL="2743085" indent="0">
              <a:buNone/>
              <a:defRPr sz="2000"/>
            </a:lvl7pPr>
            <a:lvl8pPr marL="3200266" indent="0">
              <a:buNone/>
              <a:defRPr sz="2000"/>
            </a:lvl8pPr>
            <a:lvl9pPr marL="36574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396AC8-B84F-EDEE-7BB2-2AB0B9231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7" y="2057400"/>
            <a:ext cx="31940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2" indent="0">
              <a:buNone/>
              <a:defRPr sz="1200"/>
            </a:lvl3pPr>
            <a:lvl4pPr marL="1371543" indent="0">
              <a:buNone/>
              <a:defRPr sz="1000"/>
            </a:lvl4pPr>
            <a:lvl5pPr marL="1828723" indent="0">
              <a:buNone/>
              <a:defRPr sz="1000"/>
            </a:lvl5pPr>
            <a:lvl6pPr marL="2285905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6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666E81-9CF1-57B9-ECC2-AAF48FD9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A63A-6C2B-4771-9935-73A04E3EDCBE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16C359-F191-ECD9-1895-9362B3CF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626FA7-E6DE-3FA9-9641-9F7F80ED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18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DE642-0DAF-712E-C6F4-45EC968D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D51D10-A20A-ED5B-0F2E-08892B6C7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C2D136-FB0D-F870-18F7-D864DD3A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AE05-05A5-47E5-B69F-BB0F5757BC75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3A251-AE1F-551D-72BB-0DDAB5DF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D94DFD-76A2-066F-E565-C91FC972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55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029D97-01DD-60E0-4E37-7A5B2730F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6" y="365125"/>
            <a:ext cx="2135188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89F018-0292-CD48-516C-64E0953A2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DC988-BD72-DDD5-CD23-EE68AAA7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E618-D11F-4800-940E-18485C6D92E7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55531-33E8-825C-D279-DA2CF9BA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D32748-B0D9-CB62-54B2-75FC8E623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40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F60D0-23E2-4CD6-B00B-86F7B5422084}" type="datetime1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4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 dirty="0"/>
              <a:t>&lt;#&gt;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F3322CD-D179-343F-3CF8-28BC5A73B1E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487"/>
            <a:ext cx="9910616" cy="357166"/>
          </a:xfrm>
          <a:prstGeom prst="rect">
            <a:avLst/>
          </a:prstGeom>
          <a:solidFill>
            <a:srgbClr val="003E75"/>
          </a:solidFill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D508891-B6DA-470B-6CFD-BB677E48D1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92" t="45745" r="-1" b="49503"/>
          <a:stretch/>
        </p:blipFill>
        <p:spPr>
          <a:xfrm rot="5400000" flipH="1">
            <a:off x="4883427" y="-4606070"/>
            <a:ext cx="131904" cy="990600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A0BD8F0-DD6A-1D00-72F8-BD3467C3420E}"/>
              </a:ext>
            </a:extLst>
          </p:cNvPr>
          <p:cNvSpPr/>
          <p:nvPr userDrawn="1"/>
        </p:nvSpPr>
        <p:spPr>
          <a:xfrm>
            <a:off x="-3620" y="368892"/>
            <a:ext cx="9921766" cy="45719"/>
          </a:xfrm>
          <a:prstGeom prst="rect">
            <a:avLst/>
          </a:prstGeom>
          <a:solidFill>
            <a:srgbClr val="005E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8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476725C-B3EB-31F7-C69F-18CC6CF3B521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297" y="70349"/>
            <a:ext cx="496651" cy="2297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A9AD6BE-572A-E51E-91A5-1659B8E41E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92" t="45745" r="-1" b="49503"/>
          <a:stretch/>
        </p:blipFill>
        <p:spPr>
          <a:xfrm rot="10800000" flipH="1">
            <a:off x="7378312" y="4750"/>
            <a:ext cx="7139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3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36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2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71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2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2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4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5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5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DD198-692A-0CDF-0163-17DCD35B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DE2AF-A4AC-9329-B429-70FFDDA1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8ABFE-E5B6-4505-A98D-3D743C31C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AF2A5-F7FF-415C-A82E-F36652B38C9B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03B3B5-C9CB-3C12-E6C9-22AF79005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4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1C385-A81A-4D5C-7027-B8B0B65B1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CE593-A24E-45F8-97C7-51F9DAABD7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87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36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2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71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2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2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4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5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5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3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6" algn="l" defTabSz="9143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9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6459CFB4-71C9-4AF9-393F-1AC418110C29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2881692-60F9-B1B8-40D3-F1A4D08582EF}"/>
                </a:ext>
              </a:extLst>
            </p:cNvPr>
            <p:cNvGrpSpPr/>
            <p:nvPr/>
          </p:nvGrpSpPr>
          <p:grpSpPr>
            <a:xfrm>
              <a:off x="0" y="0"/>
              <a:ext cx="9906000" cy="6858000"/>
              <a:chOff x="0" y="0"/>
              <a:chExt cx="9906000" cy="685800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F4FC99DA-F93F-86EE-50F6-DC3C7EF3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9906000" cy="6858000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CE7AA9E-9326-FB04-DED5-1201149FB68B}"/>
                  </a:ext>
                </a:extLst>
              </p:cNvPr>
              <p:cNvSpPr/>
              <p:nvPr/>
            </p:nvSpPr>
            <p:spPr>
              <a:xfrm>
                <a:off x="4171950" y="1666875"/>
                <a:ext cx="5381625" cy="13525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1AE9C18-A96E-ABE9-9B82-8111776A1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 bright="10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253" y="193991"/>
              <a:ext cx="1319570" cy="29458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237583-3A07-856C-AEE4-4D670A758118}"/>
                </a:ext>
              </a:extLst>
            </p:cNvPr>
            <p:cNvSpPr txBox="1"/>
            <p:nvPr/>
          </p:nvSpPr>
          <p:spPr>
            <a:xfrm>
              <a:off x="3419475" y="1724025"/>
              <a:ext cx="6029325" cy="8279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4000" b="1" spc="-10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</a:rPr>
                <a:t>한독</a:t>
              </a:r>
              <a:r>
                <a:rPr lang="ko-KR" altLang="en-US" sz="4000" b="1" spc="-100" dirty="0">
                  <a:ln>
                    <a:solidFill>
                      <a:schemeClr val="tx1">
                        <a:alpha val="0"/>
                      </a:schemeClr>
                    </a:solidFill>
                  </a:ln>
                </a:rPr>
                <a:t>  </a:t>
              </a:r>
              <a:r>
                <a:rPr lang="ko-KR" altLang="en-US" sz="4000" b="1" spc="-10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</a:rPr>
                <a:t>제넥신</a:t>
              </a:r>
              <a:r>
                <a:rPr lang="ko-KR" altLang="en-US" sz="4000" b="1" spc="-100" dirty="0">
                  <a:ln>
                    <a:solidFill>
                      <a:schemeClr val="tx1">
                        <a:alpha val="0"/>
                      </a:schemeClr>
                    </a:solidFill>
                  </a:ln>
                </a:rPr>
                <a:t>  </a:t>
              </a:r>
              <a:r>
                <a:rPr lang="ko-KR" altLang="en-US" sz="4000" b="1" spc="-10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</a:rPr>
                <a:t>프로젠</a:t>
              </a:r>
              <a:endParaRPr lang="en-US" altLang="ko-KR" sz="4000" b="1" spc="-100" dirty="0">
                <a:ln>
                  <a:solidFill>
                    <a:schemeClr val="tx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D20D47-EE54-EC4F-A5CA-8831FEE4DFCF}"/>
                </a:ext>
              </a:extLst>
            </p:cNvPr>
            <p:cNvSpPr txBox="1"/>
            <p:nvPr/>
          </p:nvSpPr>
          <p:spPr>
            <a:xfrm>
              <a:off x="5374546" y="2752460"/>
              <a:ext cx="3243133" cy="5339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2401" b="1" spc="-1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설  연휴 운영계획서</a:t>
              </a:r>
              <a:endParaRPr lang="en-US" altLang="ko-KR" sz="2401" b="1" spc="-1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82AB19D-6B02-9F3A-64EC-AC7470F0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2ED37-5C38-4E6C-BC2B-04AF73CEB5D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6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3748</TotalTime>
  <Words>7</Words>
  <Application>Microsoft Office PowerPoint</Application>
  <PresentationFormat>A4 용지(210x297mm)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Arial</vt:lpstr>
      <vt:lpstr>Office 테마</vt:lpstr>
      <vt:lpstr>디자인 사용자 지정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LMJ</dc:creator>
  <cp:lastModifiedBy>명진 이</cp:lastModifiedBy>
  <cp:revision>160</cp:revision>
  <cp:lastPrinted>2025-01-16T07:33:21Z</cp:lastPrinted>
  <dcterms:created xsi:type="dcterms:W3CDTF">2023-09-21T01:28:56Z</dcterms:created>
  <dcterms:modified xsi:type="dcterms:W3CDTF">2026-08-28T03:01:06Z</dcterms:modified>
</cp:coreProperties>
</file>