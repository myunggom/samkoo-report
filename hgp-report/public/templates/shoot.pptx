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4"/>
  </p:notesMasterIdLst>
  <p:sldIdLst>
    <p:sldId id="257" r:id="rId3"/>
    <p:sldId id="258" r:id="rId9"/>
    <p:sldId id="259" r:id="rId10"/>
    <p:sldId id="260" r:id="rId11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pos="5841" userDrawn="1">
          <p15:clr>
            <a:srgbClr val="A4A3A4"/>
          </p15:clr>
        </p15:guide>
        <p15:guide id="3" pos="398" userDrawn="1">
          <p15:clr>
            <a:srgbClr val="A4A3A4"/>
          </p15:clr>
        </p15:guide>
        <p15:guide id="4" orient="horz" pos="3974" userDrawn="1">
          <p15:clr>
            <a:srgbClr val="A4A3A4"/>
          </p15:clr>
        </p15:guide>
        <p15:guide id="5" orient="horz" pos="1275" userDrawn="1">
          <p15:clr>
            <a:srgbClr val="A4A3A4"/>
          </p15:clr>
        </p15:guide>
        <p15:guide id="6" pos="3120" userDrawn="1">
          <p15:clr>
            <a:srgbClr val="A4A3A4"/>
          </p15:clr>
        </p15:guide>
        <p15:guide id="7" orient="horz" pos="68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E2F2"/>
    <a:srgbClr val="1A59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14"/>
      </p:cViewPr>
      <p:guideLst>
        <p:guide orient="horz" pos="346"/>
        <p:guide pos="5841"/>
        <p:guide pos="398"/>
        <p:guide orient="horz" pos="3974"/>
        <p:guide orient="horz" pos="1275"/>
        <p:guide pos="3120"/>
        <p:guide orient="horz" pos="686"/>
      </p:guideLst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F5C12B-7F21-44DC-85F2-C994F1F292B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946F32-3CC9-42D3-A5D5-1C346A67B2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6360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1"/>
            </a:lvl1pPr>
            <a:lvl2pPr marL="457181" indent="0" algn="ctr">
              <a:buNone/>
              <a:defRPr sz="2000"/>
            </a:lvl2pPr>
            <a:lvl3pPr marL="914362" indent="0" algn="ctr">
              <a:buNone/>
              <a:defRPr sz="1800"/>
            </a:lvl3pPr>
            <a:lvl4pPr marL="1371543" indent="0" algn="ctr">
              <a:buNone/>
              <a:defRPr sz="1600"/>
            </a:lvl4pPr>
            <a:lvl5pPr marL="1828723" indent="0" algn="ctr">
              <a:buNone/>
              <a:defRPr sz="1600"/>
            </a:lvl5pPr>
            <a:lvl6pPr marL="2285905" indent="0" algn="ctr">
              <a:buNone/>
              <a:defRPr sz="1600"/>
            </a:lvl6pPr>
            <a:lvl7pPr marL="2743085" indent="0" algn="ctr">
              <a:buNone/>
              <a:defRPr sz="1600"/>
            </a:lvl7pPr>
            <a:lvl8pPr marL="3200266" indent="0" algn="ctr">
              <a:buNone/>
              <a:defRPr sz="1600"/>
            </a:lvl8pPr>
            <a:lvl9pPr marL="36574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57AE1C-404E-4B3D-B2A0-68BDCEF4E29C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3383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039" y="365127"/>
            <a:ext cx="8543925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1039" y="1825625"/>
            <a:ext cx="8543925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46F8-74B9-4DF5-995F-57A5D4B0333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72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81" y="1709740"/>
            <a:ext cx="8543925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81" y="4589466"/>
            <a:ext cx="854392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82000"/>
                  </a:schemeClr>
                </a:solidFill>
              </a:defRPr>
            </a:lvl1pPr>
            <a:lvl2pPr marL="457181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62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0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08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2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4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F6CF-98FF-4D24-8D1D-FE1182A2FD24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388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039" y="365127"/>
            <a:ext cx="8543925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409EAD-9385-4B63-869D-ACE5CDA4AC2D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785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365127"/>
            <a:ext cx="8543925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30" y="1681164"/>
            <a:ext cx="4190702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1" b="1"/>
            </a:lvl1pPr>
            <a:lvl2pPr marL="457181" indent="0">
              <a:buNone/>
              <a:defRPr sz="2000" b="1"/>
            </a:lvl2pPr>
            <a:lvl3pPr marL="914362" indent="0">
              <a:buNone/>
              <a:defRPr sz="1800" b="1"/>
            </a:lvl3pPr>
            <a:lvl4pPr marL="1371543" indent="0">
              <a:buNone/>
              <a:defRPr sz="1600" b="1"/>
            </a:lvl4pPr>
            <a:lvl5pPr marL="1828723" indent="0">
              <a:buNone/>
              <a:defRPr sz="1600" b="1"/>
            </a:lvl5pPr>
            <a:lvl6pPr marL="2285905" indent="0">
              <a:buNone/>
              <a:defRPr sz="1600" b="1"/>
            </a:lvl6pPr>
            <a:lvl7pPr marL="2743085" indent="0">
              <a:buNone/>
              <a:defRPr sz="1600" b="1"/>
            </a:lvl7pPr>
            <a:lvl8pPr marL="3200266" indent="0">
              <a:buNone/>
              <a:defRPr sz="1600" b="1"/>
            </a:lvl8pPr>
            <a:lvl9pPr marL="36574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30" y="2505076"/>
            <a:ext cx="4190702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4" y="1681164"/>
            <a:ext cx="4211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1" b="1"/>
            </a:lvl1pPr>
            <a:lvl2pPr marL="457181" indent="0">
              <a:buNone/>
              <a:defRPr sz="2000" b="1"/>
            </a:lvl2pPr>
            <a:lvl3pPr marL="914362" indent="0">
              <a:buNone/>
              <a:defRPr sz="1800" b="1"/>
            </a:lvl3pPr>
            <a:lvl4pPr marL="1371543" indent="0">
              <a:buNone/>
              <a:defRPr sz="1600" b="1"/>
            </a:lvl4pPr>
            <a:lvl5pPr marL="1828723" indent="0">
              <a:buNone/>
              <a:defRPr sz="1600" b="1"/>
            </a:lvl5pPr>
            <a:lvl6pPr marL="2285905" indent="0">
              <a:buNone/>
              <a:defRPr sz="1600" b="1"/>
            </a:lvl6pPr>
            <a:lvl7pPr marL="2743085" indent="0">
              <a:buNone/>
              <a:defRPr sz="1600" b="1"/>
            </a:lvl7pPr>
            <a:lvl8pPr marL="3200266" indent="0">
              <a:buNone/>
              <a:defRPr sz="1600" b="1"/>
            </a:lvl8pPr>
            <a:lvl9pPr marL="36574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4" y="2505076"/>
            <a:ext cx="4211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3485B-6592-43F5-A4B5-265B9E242FAF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1099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039" y="365127"/>
            <a:ext cx="8543925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57DF97-DF58-4E78-9D2F-26BE97C28EDA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985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3777D-CE00-47EA-A0D6-9397B7BBA259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978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4" cy="1600200"/>
          </a:xfrm>
          <a:prstGeom prst="rect">
            <a:avLst/>
          </a:prstGeom>
        </p:spPr>
        <p:txBody>
          <a:bodyPr anchor="b"/>
          <a:lstStyle>
            <a:lvl1pPr>
              <a:defRPr sz="319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1" y="987428"/>
            <a:ext cx="5014913" cy="4873625"/>
          </a:xfrm>
          <a:prstGeom prst="rect">
            <a:avLst/>
          </a:prstGeo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4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1" indent="0">
              <a:buNone/>
              <a:defRPr sz="1400"/>
            </a:lvl2pPr>
            <a:lvl3pPr marL="914362" indent="0">
              <a:buNone/>
              <a:defRPr sz="1200"/>
            </a:lvl3pPr>
            <a:lvl4pPr marL="1371543" indent="0">
              <a:buNone/>
              <a:defRPr sz="1000"/>
            </a:lvl4pPr>
            <a:lvl5pPr marL="1828723" indent="0">
              <a:buNone/>
              <a:defRPr sz="1000"/>
            </a:lvl5pPr>
            <a:lvl6pPr marL="2285905" indent="0">
              <a:buNone/>
              <a:defRPr sz="1000"/>
            </a:lvl6pPr>
            <a:lvl7pPr marL="2743085" indent="0">
              <a:buNone/>
              <a:defRPr sz="1000"/>
            </a:lvl7pPr>
            <a:lvl8pPr marL="3200266" indent="0">
              <a:buNone/>
              <a:defRPr sz="1000"/>
            </a:lvl8pPr>
            <a:lvl9pPr marL="3657446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4558A8-4CEE-4EDA-8728-A4272D62AB6D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36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4" cy="1600200"/>
          </a:xfrm>
          <a:prstGeom prst="rect">
            <a:avLst/>
          </a:prstGeom>
        </p:spPr>
        <p:txBody>
          <a:bodyPr anchor="b"/>
          <a:lstStyle>
            <a:lvl1pPr>
              <a:defRPr sz="319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1" y="987428"/>
            <a:ext cx="5014913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199"/>
            </a:lvl1pPr>
            <a:lvl2pPr marL="457181" indent="0">
              <a:buNone/>
              <a:defRPr sz="2799"/>
            </a:lvl2pPr>
            <a:lvl3pPr marL="914362" indent="0">
              <a:buNone/>
              <a:defRPr sz="2401"/>
            </a:lvl3pPr>
            <a:lvl4pPr marL="1371543" indent="0">
              <a:buNone/>
              <a:defRPr sz="2000"/>
            </a:lvl4pPr>
            <a:lvl5pPr marL="1828723" indent="0">
              <a:buNone/>
              <a:defRPr sz="2000"/>
            </a:lvl5pPr>
            <a:lvl6pPr marL="2285905" indent="0">
              <a:buNone/>
              <a:defRPr sz="2000"/>
            </a:lvl6pPr>
            <a:lvl7pPr marL="2743085" indent="0">
              <a:buNone/>
              <a:defRPr sz="2000"/>
            </a:lvl7pPr>
            <a:lvl8pPr marL="3200266" indent="0">
              <a:buNone/>
              <a:defRPr sz="2000"/>
            </a:lvl8pPr>
            <a:lvl9pPr marL="3657446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4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181" indent="0">
              <a:buNone/>
              <a:defRPr sz="1400"/>
            </a:lvl2pPr>
            <a:lvl3pPr marL="914362" indent="0">
              <a:buNone/>
              <a:defRPr sz="1200"/>
            </a:lvl3pPr>
            <a:lvl4pPr marL="1371543" indent="0">
              <a:buNone/>
              <a:defRPr sz="1000"/>
            </a:lvl4pPr>
            <a:lvl5pPr marL="1828723" indent="0">
              <a:buNone/>
              <a:defRPr sz="1000"/>
            </a:lvl5pPr>
            <a:lvl6pPr marL="2285905" indent="0">
              <a:buNone/>
              <a:defRPr sz="1000"/>
            </a:lvl6pPr>
            <a:lvl7pPr marL="2743085" indent="0">
              <a:buNone/>
              <a:defRPr sz="1000"/>
            </a:lvl7pPr>
            <a:lvl8pPr marL="3200266" indent="0">
              <a:buNone/>
              <a:defRPr sz="1000"/>
            </a:lvl8pPr>
            <a:lvl9pPr marL="3657446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E7BD6-0C80-4ACB-9CD4-98DFAC29C689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203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1039" y="365127"/>
            <a:ext cx="8543925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9" y="1825625"/>
            <a:ext cx="85439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D788D-82C7-43E3-9C02-1B8F9929CFD3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9015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3E0F9E-0B97-4F95-A664-1B91FCB13372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54971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B004CD-70CE-A54F-FC1E-4AB22DB34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89D711-2A0F-92C4-6B23-24FAAFCCEF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181" indent="0" algn="ctr">
              <a:buNone/>
              <a:defRPr sz="2000"/>
            </a:lvl2pPr>
            <a:lvl3pPr marL="914362" indent="0" algn="ctr">
              <a:buNone/>
              <a:defRPr sz="1800"/>
            </a:lvl3pPr>
            <a:lvl4pPr marL="1371543" indent="0" algn="ctr">
              <a:buNone/>
              <a:defRPr sz="1600"/>
            </a:lvl4pPr>
            <a:lvl5pPr marL="1828723" indent="0" algn="ctr">
              <a:buNone/>
              <a:defRPr sz="1600"/>
            </a:lvl5pPr>
            <a:lvl6pPr marL="2285905" indent="0" algn="ctr">
              <a:buNone/>
              <a:defRPr sz="1600"/>
            </a:lvl6pPr>
            <a:lvl7pPr marL="2743085" indent="0" algn="ctr">
              <a:buNone/>
              <a:defRPr sz="1600"/>
            </a:lvl7pPr>
            <a:lvl8pPr marL="3200266" indent="0" algn="ctr">
              <a:buNone/>
              <a:defRPr sz="1600"/>
            </a:lvl8pPr>
            <a:lvl9pPr marL="36574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6E9CDF-61B4-5A47-7877-2A2B0685F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26240F-62F7-47B8-BF47-C09C7B81CEC5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FBF4AA-4A7D-896D-0A3E-DD4515DDA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BA168-B06D-9EEB-8BD8-8654876FF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19451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77967E-AE90-176E-1F28-1BDC27A0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B6369F-22B2-DE85-5E6B-C98A6793A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A4D34C-CC70-2716-D79D-A657426CD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FFA99-AF2F-4754-B08D-57D8CE141449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D39949-29EC-BB2F-F580-87FDFFB61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BBA210-9227-4CEE-638A-2DD2AC9EC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96287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DA3C28-FA02-1D5E-CD9D-3CAA4854A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7" y="1709738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DE4433-614D-0E70-1841-5C76E08F3E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6277" y="4589464"/>
            <a:ext cx="8543925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82000"/>
                  </a:schemeClr>
                </a:solidFill>
              </a:defRPr>
            </a:lvl1pPr>
            <a:lvl2pPr marL="457181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62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0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08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2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4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61A625-605F-D23B-1A14-C803D9110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EC1026-A0A3-4487-9345-A1B7B2A15F8D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919F4A-082C-9D24-3878-0C9F92FA6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D9F6D-36D0-7078-9935-E6F7BC363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89965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1675D1-3FA7-4F1B-848C-3F4A42602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AB75F8-7EC5-6420-D0DA-1B8AF470DC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195762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40BB59-E0C1-99F3-13C1-2093EDD5C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29201" y="1825625"/>
            <a:ext cx="4195763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842AA7-4D21-46EF-4C1C-65BA91A40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57E5-04CD-4036-8584-332D5D471A62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6BCB15-E519-56AE-7C8A-F83869F98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867C56-B627-F560-9E91-4C119AF1C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6059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14D319-1A83-9484-9092-BBC64712A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626" y="365126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8ADAD3-B3CD-F8D9-D206-B02C10A39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624" y="1681164"/>
            <a:ext cx="4191001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181" indent="0">
              <a:buNone/>
              <a:defRPr sz="2000" b="1"/>
            </a:lvl2pPr>
            <a:lvl3pPr marL="914362" indent="0">
              <a:buNone/>
              <a:defRPr sz="1800" b="1"/>
            </a:lvl3pPr>
            <a:lvl4pPr marL="1371543" indent="0">
              <a:buNone/>
              <a:defRPr sz="1600" b="1"/>
            </a:lvl4pPr>
            <a:lvl5pPr marL="1828723" indent="0">
              <a:buNone/>
              <a:defRPr sz="1600" b="1"/>
            </a:lvl5pPr>
            <a:lvl6pPr marL="2285905" indent="0">
              <a:buNone/>
              <a:defRPr sz="1600" b="1"/>
            </a:lvl6pPr>
            <a:lvl7pPr marL="2743085" indent="0">
              <a:buNone/>
              <a:defRPr sz="1600" b="1"/>
            </a:lvl7pPr>
            <a:lvl8pPr marL="3200266" indent="0">
              <a:buNone/>
              <a:defRPr sz="1600" b="1"/>
            </a:lvl8pPr>
            <a:lvl9pPr marL="36574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079AA72-35C3-2E62-D045-5C84A370FD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624" y="2505076"/>
            <a:ext cx="419100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707D1D-3C46-0AB0-2A47-37D2BC461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4" y="1681164"/>
            <a:ext cx="421163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181" indent="0">
              <a:buNone/>
              <a:defRPr sz="2000" b="1"/>
            </a:lvl2pPr>
            <a:lvl3pPr marL="914362" indent="0">
              <a:buNone/>
              <a:defRPr sz="1800" b="1"/>
            </a:lvl3pPr>
            <a:lvl4pPr marL="1371543" indent="0">
              <a:buNone/>
              <a:defRPr sz="1600" b="1"/>
            </a:lvl4pPr>
            <a:lvl5pPr marL="1828723" indent="0">
              <a:buNone/>
              <a:defRPr sz="1600" b="1"/>
            </a:lvl5pPr>
            <a:lvl6pPr marL="2285905" indent="0">
              <a:buNone/>
              <a:defRPr sz="1600" b="1"/>
            </a:lvl6pPr>
            <a:lvl7pPr marL="2743085" indent="0">
              <a:buNone/>
              <a:defRPr sz="1600" b="1"/>
            </a:lvl7pPr>
            <a:lvl8pPr marL="3200266" indent="0">
              <a:buNone/>
              <a:defRPr sz="1600" b="1"/>
            </a:lvl8pPr>
            <a:lvl9pPr marL="36574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5F6285-9BDE-1F4A-0271-192A7F700A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4" y="2505076"/>
            <a:ext cx="42116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4BF3F5B-B52F-8718-615A-D0E23B0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A1F60-6B2C-4386-9C10-2F376389DFFB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826A1EB-8FAD-B7B7-B75C-25184775D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48BD8DD-67F4-54F2-1DBD-8B71F66A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4308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9A9378-5C3E-DFB5-D1C8-DEC6912F1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442A66D-5F0B-7951-F999-D74BA43A9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D0B7B-2ADF-4694-A46A-F240E6CA900F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F00319C-F950-5427-1A09-984CFE5D5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138302-0E5B-281E-F7E7-14D55FEE8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815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4FD55D4-D61E-F2DB-2B02-8B2D4CFFB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BD274-C708-459F-94E6-9743D318F8F6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D5B70A-C963-2EBD-5CAC-4D232F0FF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72D372-E195-5512-A6EC-BB4B0ED8F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12751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393965-0065-B1ED-4F59-6C09A0E856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627" y="457200"/>
            <a:ext cx="319404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5CA190-D50D-3C7C-3A41-C67F5EE2C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637" y="987426"/>
            <a:ext cx="5014912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899CD54-1726-C179-1523-5BF471C89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627" y="2057400"/>
            <a:ext cx="3194049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1" indent="0">
              <a:buNone/>
              <a:defRPr sz="1400"/>
            </a:lvl2pPr>
            <a:lvl3pPr marL="914362" indent="0">
              <a:buNone/>
              <a:defRPr sz="1200"/>
            </a:lvl3pPr>
            <a:lvl4pPr marL="1371543" indent="0">
              <a:buNone/>
              <a:defRPr sz="1000"/>
            </a:lvl4pPr>
            <a:lvl5pPr marL="1828723" indent="0">
              <a:buNone/>
              <a:defRPr sz="1000"/>
            </a:lvl5pPr>
            <a:lvl6pPr marL="2285905" indent="0">
              <a:buNone/>
              <a:defRPr sz="1000"/>
            </a:lvl6pPr>
            <a:lvl7pPr marL="2743085" indent="0">
              <a:buNone/>
              <a:defRPr sz="1000"/>
            </a:lvl7pPr>
            <a:lvl8pPr marL="3200266" indent="0">
              <a:buNone/>
              <a:defRPr sz="1000"/>
            </a:lvl8pPr>
            <a:lvl9pPr marL="3657446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F378D4-A62A-C565-A09E-9D39F6260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3CC56-AA8B-4675-B77E-EC3CBC472D7A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CF9088-5C37-C597-8525-B44B549E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B32FC8-84AF-8CA4-EBDE-7C4198DAF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7571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B187ED-0748-F8EC-19EA-A5ED05B75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627" y="457200"/>
            <a:ext cx="319404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A68E60D-92AD-1341-0DD9-2F71A889CE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637" y="987426"/>
            <a:ext cx="5014912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181" indent="0">
              <a:buNone/>
              <a:defRPr sz="2799"/>
            </a:lvl2pPr>
            <a:lvl3pPr marL="914362" indent="0">
              <a:buNone/>
              <a:defRPr sz="2401"/>
            </a:lvl3pPr>
            <a:lvl4pPr marL="1371543" indent="0">
              <a:buNone/>
              <a:defRPr sz="2000"/>
            </a:lvl4pPr>
            <a:lvl5pPr marL="1828723" indent="0">
              <a:buNone/>
              <a:defRPr sz="2000"/>
            </a:lvl5pPr>
            <a:lvl6pPr marL="2285905" indent="0">
              <a:buNone/>
              <a:defRPr sz="2000"/>
            </a:lvl6pPr>
            <a:lvl7pPr marL="2743085" indent="0">
              <a:buNone/>
              <a:defRPr sz="2000"/>
            </a:lvl7pPr>
            <a:lvl8pPr marL="3200266" indent="0">
              <a:buNone/>
              <a:defRPr sz="2000"/>
            </a:lvl8pPr>
            <a:lvl9pPr marL="36574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E396AC8-B84F-EDEE-7BB2-2AB0B92314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627" y="2057400"/>
            <a:ext cx="3194049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1" indent="0">
              <a:buNone/>
              <a:defRPr sz="1400"/>
            </a:lvl2pPr>
            <a:lvl3pPr marL="914362" indent="0">
              <a:buNone/>
              <a:defRPr sz="1200"/>
            </a:lvl3pPr>
            <a:lvl4pPr marL="1371543" indent="0">
              <a:buNone/>
              <a:defRPr sz="1000"/>
            </a:lvl4pPr>
            <a:lvl5pPr marL="1828723" indent="0">
              <a:buNone/>
              <a:defRPr sz="1000"/>
            </a:lvl5pPr>
            <a:lvl6pPr marL="2285905" indent="0">
              <a:buNone/>
              <a:defRPr sz="1000"/>
            </a:lvl6pPr>
            <a:lvl7pPr marL="2743085" indent="0">
              <a:buNone/>
              <a:defRPr sz="1000"/>
            </a:lvl7pPr>
            <a:lvl8pPr marL="3200266" indent="0">
              <a:buNone/>
              <a:defRPr sz="1000"/>
            </a:lvl8pPr>
            <a:lvl9pPr marL="3657446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666E81-9CF1-57B9-ECC2-AAF48FD9B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FA63A-6C2B-4771-9935-73A04E3EDCBE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916C359-F191-ECD9-1895-9362B3CFF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626FA7-E6DE-3FA9-9641-9F7F80EDB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1813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DDE642-0DAF-712E-C6F4-45EC968D0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D51D10-A20A-ED5B-0F2E-08892B6C7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C2D136-FB0D-F870-18F7-D864DD3AF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8AE05-05A5-47E5-B69F-BB0F5757BC75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33A251-AE1F-551D-72BB-0DDAB5DFE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D94DFD-76A2-066F-E565-C91FC972C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55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C029D97-01DD-60E0-4E37-7A5B2730FF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9776" y="365125"/>
            <a:ext cx="2135188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C89F018-0292-CD48-516C-64E0953A21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56337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9DC988-BD72-DDD5-CD23-EE68AAA7E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AE618-D11F-4800-940E-18485C6D92E7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255531-33E8-825C-D279-DA2CF9BA3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0D32748-B0D9-CB62-54B2-75FC8E623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4098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e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F60D0-23E2-4CD6-B00B-86F7B5422084}" type="datetime1">
              <a:rPr lang="ko-KR" altLang="en-US" smtClean="0"/>
              <a:t>2026-08-28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4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ko-KR" dirty="0"/>
              <a:t>&lt;#&gt;</a:t>
            </a:r>
            <a:endParaRPr lang="ko-KR" alt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F3322CD-D179-343F-3CF8-28BC5A73B1E4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3487"/>
            <a:ext cx="9910616" cy="357166"/>
          </a:xfrm>
          <a:prstGeom prst="rect">
            <a:avLst/>
          </a:prstGeom>
          <a:solidFill>
            <a:srgbClr val="003E75"/>
          </a:solidFill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D508891-B6DA-470B-6CFD-BB677E48D1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292" t="45745" r="-1" b="49503"/>
          <a:stretch/>
        </p:blipFill>
        <p:spPr>
          <a:xfrm rot="5400000" flipH="1">
            <a:off x="4883427" y="-4606070"/>
            <a:ext cx="131904" cy="9906001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BA0BD8F0-DD6A-1D00-72F8-BD3467C3420E}"/>
              </a:ext>
            </a:extLst>
          </p:cNvPr>
          <p:cNvSpPr/>
          <p:nvPr userDrawn="1"/>
        </p:nvSpPr>
        <p:spPr>
          <a:xfrm>
            <a:off x="-3620" y="368892"/>
            <a:ext cx="9921766" cy="45719"/>
          </a:xfrm>
          <a:prstGeom prst="rect">
            <a:avLst/>
          </a:prstGeom>
          <a:solidFill>
            <a:srgbClr val="005EA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80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476725C-B3EB-31F7-C69F-18CC6CF3B521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lum bright="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4297" y="70349"/>
            <a:ext cx="496651" cy="22970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A9AD6BE-572A-E51E-91A5-1659B8E41E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292" t="45745" r="-1" b="49503"/>
          <a:stretch/>
        </p:blipFill>
        <p:spPr>
          <a:xfrm rot="10800000" flipH="1">
            <a:off x="7378312" y="4750"/>
            <a:ext cx="7139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238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362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1" indent="-228591" algn="l" defTabSz="914362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771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2952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32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14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95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75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57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37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1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2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3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3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5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85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66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46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1FDD198-692A-0CDF-0163-17DCD35BC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9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EDE2AF-A4AC-9329-B429-70FFDDA1A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9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78ABFE-E5B6-4505-A98D-3D743C31CF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DAF2A5-F7FF-415C-A82E-F36652B38C9B}" type="datetime1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03B3B5-C9CB-3C12-E6C9-22AF790050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4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31C385-A81A-4D5C-7027-B8B0B65B1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CE593-A24E-45F8-97C7-51F9DAABD7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1874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362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1" indent="-228591" algn="l" defTabSz="914362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771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2952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32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14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95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75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57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37" indent="-228591" algn="l" defTabSz="914362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1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2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3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3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5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85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66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46" algn="l" defTabSz="91436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598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6459CFB4-71C9-4AF9-393F-1AC418110C29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F2881692-60F9-B1B8-40D3-F1A4D08582EF}"/>
                </a:ext>
              </a:extLst>
            </p:cNvPr>
            <p:cNvGrpSpPr/>
            <p:nvPr/>
          </p:nvGrpSpPr>
          <p:grpSpPr>
            <a:xfrm>
              <a:off x="0" y="0"/>
              <a:ext cx="9906000" cy="6858000"/>
              <a:chOff x="0" y="0"/>
              <a:chExt cx="9906000" cy="6858000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F4FC99DA-F93F-86EE-50F6-DC3C7EF387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0"/>
                <a:ext cx="9906000" cy="6858000"/>
              </a:xfrm>
              <a:prstGeom prst="rect">
                <a:avLst/>
              </a:prstGeom>
            </p:spPr>
          </p:pic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BCE7AA9E-9326-FB04-DED5-1201149FB68B}"/>
                  </a:ext>
                </a:extLst>
              </p:cNvPr>
              <p:cNvSpPr/>
              <p:nvPr/>
            </p:nvSpPr>
            <p:spPr>
              <a:xfrm>
                <a:off x="4171950" y="1666875"/>
                <a:ext cx="5381625" cy="13525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1AE9C18-A96E-ABE9-9B82-8111776A18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lum bright="10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253" y="193991"/>
              <a:ext cx="1319570" cy="29458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237583-3A07-856C-AEE4-4D670A758118}"/>
                </a:ext>
              </a:extLst>
            </p:cNvPr>
            <p:cNvSpPr txBox="1"/>
            <p:nvPr/>
          </p:nvSpPr>
          <p:spPr>
            <a:xfrm>
              <a:off x="3419475" y="1438275"/>
              <a:ext cx="6029325" cy="82791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>
                <a:lnSpc>
                  <a:spcPct val="130000"/>
                </a:lnSpc>
              </a:pPr>
              <a:r>
                <a:rPr lang="ko-KR" altLang="en-US" sz="4000" b="1" spc="-100" dirty="0" err="1">
                  <a:ln>
                    <a:solidFill>
                      <a:schemeClr val="tx1">
                        <a:alpha val="0"/>
                      </a:schemeClr>
                    </a:solidFill>
                  </a:ln>
                </a:rPr>
                <a:t>한독</a:t>
              </a:r>
              <a:r>
                <a:rPr lang="ko-KR" altLang="en-US" sz="4000" b="1" spc="-100" dirty="0">
                  <a:ln>
                    <a:solidFill>
                      <a:schemeClr val="tx1">
                        <a:alpha val="0"/>
                      </a:schemeClr>
                    </a:solidFill>
                  </a:ln>
                </a:rPr>
                <a:t>  </a:t>
              </a:r>
              <a:r>
                <a:rPr lang="ko-KR" altLang="en-US" sz="4000" b="1" spc="-100" dirty="0" err="1">
                  <a:ln>
                    <a:solidFill>
                      <a:schemeClr val="tx1">
                        <a:alpha val="0"/>
                      </a:schemeClr>
                    </a:solidFill>
                  </a:ln>
                </a:rPr>
                <a:t>제넥신</a:t>
              </a:r>
              <a:r>
                <a:rPr lang="ko-KR" altLang="en-US" sz="4000" b="1" spc="-100" dirty="0">
                  <a:ln>
                    <a:solidFill>
                      <a:schemeClr val="tx1">
                        <a:alpha val="0"/>
                      </a:schemeClr>
                    </a:solidFill>
                  </a:ln>
                </a:rPr>
                <a:t>  </a:t>
              </a:r>
              <a:r>
                <a:rPr lang="ko-KR" altLang="en-US" sz="4000" b="1" spc="-100" dirty="0" err="1">
                  <a:ln>
                    <a:solidFill>
                      <a:schemeClr val="tx1">
                        <a:alpha val="0"/>
                      </a:schemeClr>
                    </a:solidFill>
                  </a:ln>
                </a:rPr>
                <a:t>프로젠</a:t>
              </a:r>
              <a:endParaRPr lang="en-US" altLang="ko-KR" sz="4000" b="1" spc="-100" dirty="0">
                <a:ln>
                  <a:solidFill>
                    <a:schemeClr val="tx1">
                      <a:alpha val="0"/>
                    </a:schemeClr>
                  </a:solidFill>
                </a:ln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5D20D47-EE54-EC4F-A5CA-8831FEE4DFCF}"/>
                </a:ext>
              </a:extLst>
            </p:cNvPr>
            <p:cNvSpPr txBox="1"/>
            <p:nvPr/>
          </p:nvSpPr>
          <p:spPr>
            <a:xfrm>
              <a:off x="3419475" y="2466710"/>
              <a:ext cx="6029325" cy="53392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r">
                <a:lnSpc>
                  <a:spcPct val="130000"/>
                </a:lnSpc>
              </a:pPr>
              <a:r>
                <a:rPr lang="ko-KR" altLang="en-US" sz="2401" b="1" spc="-100" dirty="0">
                  <a:ln>
                    <a:solidFill>
                      <a:schemeClr val="tx1">
                        <a:alpha val="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촬영 완료보고서</a:t>
              </a:r>
              <a:endParaRPr lang="en-US" altLang="ko-KR" sz="2401" b="1" spc="-1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982AB19D-6B02-9F3A-64EC-AC7470F01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2ED37-5C38-4E6C-BC2B-04AF73CEB5D9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3419475" y="3009900"/>
            <a:ext cx="6029325" cy="3429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r"/>
            <a:r>
              <a:rPr sz="2000" b="1">
                <a:solidFill>
                  <a:srgbClr val="0F2C5C"/>
                </a:solidFill>
                <a:latin typeface="맑은 고딕"/>
                <a:ea typeface="맑은 고딕"/>
              </a:rPr>
              <a:t>{촬영명}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475" y="3352800"/>
            <a:ext cx="6029325" cy="24765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맑은 고딕"/>
                <a:ea typeface="맑은 고딕"/>
              </a:rPr>
              <a:t>{표지정보}</a:t>
            </a:r>
          </a:p>
        </p:txBody>
      </p:sp>
    </p:spTree>
    <p:extLst>
      <p:ext uri="{BB962C8B-B14F-4D97-AF65-F5344CB8AC3E}">
        <p14:creationId xmlns:p14="http://schemas.microsoft.com/office/powerpoint/2010/main" val="352876392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0500" y="9525"/>
            <a:ext cx="6667500" cy="34290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촬영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7200"/>
            <a:ext cx="7620000" cy="1905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촬영 완료보고서 · 개요 안내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723900"/>
          <a:ext cx="9448800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1333500"/>
                <a:gridCol w="3390900"/>
                <a:gridCol w="1333500"/>
                <a:gridCol w="3390900"/>
              </a:tblGrid>
              <a:tr h="4191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촬영종류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{촬영종류}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촬영명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{촬영명}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제작사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{제작사}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{관리자}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일시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{촬영일시}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기간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{촬영기간}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보양 및 세팅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{보양세팅}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및 철수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{촬영철수}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8600" y="2705100"/>
            <a:ext cx="47625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3850" y="2647950"/>
            <a:ext cx="2857500" cy="2857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1400" b="1">
                <a:solidFill>
                  <a:srgbClr val="0F2C5C"/>
                </a:solidFill>
                <a:latin typeface="맑은 고딕"/>
                <a:ea typeface="맑은 고딕"/>
              </a:rPr>
              <a:t>촬영 회차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900" y="2647950"/>
            <a:ext cx="4762500" cy="2857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{회차요약}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2990850"/>
          <a:ext cx="9448800" cy="5715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762000"/>
                <a:gridCol w="3162300"/>
                <a:gridCol w="3143250"/>
                <a:gridCol w="1238250"/>
                <a:gridCol w="1143000"/>
              </a:tblGrid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회차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일시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및 철수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</a:tr>
              <a:tr h="28575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F2C5C"/>
                          </a:solidFill>
                          <a:latin typeface="맑은 고딕"/>
                          <a:ea typeface="맑은 고딕"/>
                        </a:rPr>
                        <a:t>{#회차}{#now}{회차명}{/now}</a:t>
                      </a:r>
                      <a:r>
                        <a:rPr sz="1000" b="1">
                          <a:solidFill>
                            <a:srgbClr val="0F2C5C"/>
                          </a:solidFill>
                          <a:latin typeface="맑은 고딕"/>
                          <a:ea typeface="맑은 고딕"/>
                        </a:rPr>
                        <a:t>{^now}{회차명}{/now}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{#now}{일시}{/now}</a:t>
                      </a:r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{^now}{일시}{/now}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{#now}{철수}{/now}</a:t>
                      </a:r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{^now}{철수}{/now}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{#now}{관리자}{/now}</a:t>
                      </a:r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{^now}{관리자}{/now}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{#now}{비고}{/now}</a:t>
                      </a:r>
                      <a:r>
                        <a:rPr sz="100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{^now}{비고}{/now}{/회차}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0500" y="9525"/>
            <a:ext cx="6667500" cy="34290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촬영 완료보고서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7200"/>
            <a:ext cx="7620000" cy="1905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촬영 기간 : {촬영기간}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685800"/>
          <a:ext cx="9448800" cy="533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52500"/>
                <a:gridCol w="2197100"/>
                <a:gridCol w="952500"/>
                <a:gridCol w="2197100"/>
                <a:gridCol w="952500"/>
                <a:gridCol w="2197100"/>
              </a:tblGrid>
              <a:tr h="2667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촬영종류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{촬영종류}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촬영명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{촬영명}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제작사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{제작사}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{관리자}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보양 및 세팅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{보양세팅}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및 철수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{촬영철수}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8600" y="1333500"/>
            <a:ext cx="1143000" cy="22860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{구역}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8750" y="1333500"/>
            <a:ext cx="1905000" cy="22860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맑은 고딕"/>
                <a:ea typeface="맑은 고딕"/>
              </a:rPr>
              <a:t>{쪽}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65735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65735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{%p1}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225" y="170497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348615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{c1}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9850" y="165735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9850" y="165735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{%p2}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7475" y="170497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9850" y="348615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91100" y="165735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91100" y="165735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{%p3}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38725" y="170497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348615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{c3}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72350" y="165735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2350" y="165735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{%p4}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19975" y="170497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2350" y="348615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{c4}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377190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377190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{%p5}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6225" y="381952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" y="560070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{c5}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9850" y="377190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9850" y="377190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{%p6}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7475" y="381952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9850" y="560070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{c6}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1100" y="377190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91100" y="377190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{%p7}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38725" y="381952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91100" y="560070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{c7}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72350" y="3771900"/>
            <a:ext cx="2305050" cy="18288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72350" y="3771900"/>
            <a:ext cx="2305050" cy="18288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{%p8}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19975" y="381952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2350" y="5600700"/>
            <a:ext cx="230505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{c8}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5905500"/>
            <a:ext cx="9448800" cy="78105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5905500"/>
            <a:ext cx="9448800" cy="20955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5750" y="5905500"/>
            <a:ext cx="5715000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1000" b="1">
                <a:solidFill>
                  <a:srgbClr val="334155"/>
                </a:solidFill>
                <a:latin typeface="맑은 고딕"/>
                <a:ea typeface="맑은 고딕"/>
              </a:rPr>
              <a:t>촬영 중 특이사항 · 비고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750" y="6134100"/>
            <a:ext cx="9334500" cy="5334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1000" b="0">
                <a:solidFill>
                  <a:srgbClr val="111111"/>
                </a:solidFill>
                <a:latin typeface="맑은 고딕"/>
                <a:ea typeface="맑은 고딕"/>
              </a:rPr>
              <a:t>{비고}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90500" y="9525"/>
            <a:ext cx="6667500" cy="34290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</a:rPr>
              <a:t>특이사항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7200"/>
            <a:ext cx="7620000" cy="19050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  <a:ea typeface="맑은 고딕"/>
              </a:rPr>
              <a:t>촬영 기간 : {촬영기간}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" y="685800"/>
          <a:ext cx="9448800" cy="533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52500"/>
                <a:gridCol w="2197100"/>
                <a:gridCol w="952500"/>
                <a:gridCol w="2197100"/>
                <a:gridCol w="952500"/>
                <a:gridCol w="2197100"/>
              </a:tblGrid>
              <a:tr h="2667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촬영종류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{촬영종류}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촬영명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{촬영명}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제작사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{제작사}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관리자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{관리자}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보양 및 세팅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{보양세팅}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4155"/>
                          </a:solidFill>
                          <a:latin typeface="맑은 고딕"/>
                          <a:ea typeface="맑은 고딕"/>
                        </a:rPr>
                        <a:t>촬영 및 철수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11111"/>
                          </a:solidFill>
                          <a:latin typeface="맑은 고딕"/>
                          <a:ea typeface="맑은 고딕"/>
                        </a:rPr>
                        <a:t>{촬영철수}</a:t>
                      </a:r>
                    </a:p>
                  </a:txBody>
                  <a:tcPr anchor="ctr" marL="76200" marR="76200" marT="28575" marB="28575">
                    <a:lnL w="9525" cap="flat" cmpd="sng" algn="ctr">
                      <a:solidFill>
                        <a:srgbClr val="CBD5E1"/>
                      </a:solidFill>
                      <a:prstDash val="soli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28600" y="1333500"/>
            <a:ext cx="2962275" cy="24193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333500"/>
            <a:ext cx="2962275" cy="241935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{%s1}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225" y="138112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3752850"/>
            <a:ext cx="2962275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{sc1}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6125" y="1333500"/>
            <a:ext cx="2962275" cy="24193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86125" y="1333500"/>
            <a:ext cx="2962275" cy="241935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{%s2}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3750" y="138112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6125" y="3752850"/>
            <a:ext cx="2962275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{sc2}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4057650"/>
            <a:ext cx="2962275" cy="24193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4057650"/>
            <a:ext cx="2962275" cy="241935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{%s3}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225" y="410527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6477000"/>
            <a:ext cx="2962275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{sc3}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86125" y="4057650"/>
            <a:ext cx="2962275" cy="24193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86125" y="4057650"/>
            <a:ext cx="2962275" cy="241935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맑은 고딕"/>
                <a:ea typeface="맑은 고딕"/>
              </a:rPr>
              <a:t>{%s4}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3750" y="4105275"/>
            <a:ext cx="190500" cy="171450"/>
          </a:xfrm>
          <a:prstGeom prst="rect">
            <a:avLst/>
          </a:prstGeom>
          <a:solidFill>
            <a:srgbClr val="0F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6125" y="6477000"/>
            <a:ext cx="2962275" cy="20955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ctr"/>
            <a:r>
              <a:rPr sz="900" b="0">
                <a:solidFill>
                  <a:srgbClr val="111111"/>
                </a:solidFill>
                <a:latin typeface="맑은 고딕"/>
                <a:ea typeface="맑은 고딕"/>
              </a:rPr>
              <a:t>{sc4}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2700" y="1333500"/>
            <a:ext cx="3314700" cy="5353050"/>
          </a:xfrm>
          <a:prstGeom prst="rect">
            <a:avLst/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62700" y="1333500"/>
            <a:ext cx="3314700" cy="2667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8900" y="1333500"/>
            <a:ext cx="3143250" cy="266700"/>
          </a:xfrm>
          <a:prstGeom prst="rect">
            <a:avLst/>
          </a:prstGeom>
          <a:noFill/>
        </p:spPr>
        <p:txBody>
          <a:bodyPr wrap="square" anchor="ctr" lIns="38100" rIns="38100" tIns="19050" bIns="19050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맑은 고딕"/>
                <a:ea typeface="맑은 고딕"/>
              </a:rPr>
              <a:t>특이사항 설명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8900" y="1657350"/>
            <a:ext cx="3162300" cy="4972050"/>
          </a:xfrm>
          <a:prstGeom prst="rect">
            <a:avLst/>
          </a:prstGeom>
          <a:noFill/>
        </p:spPr>
        <p:txBody>
          <a:bodyPr wrap="square" anchor="t" lIns="38100" rIns="38100" tIns="19050" bIns="19050">
            <a:spAutoFit/>
          </a:bodyPr>
          <a:lstStyle/>
          <a:p>
            <a:pPr algn="l"/>
            <a:r>
              <a:rPr sz="1050" b="0">
                <a:solidFill>
                  <a:srgbClr val="111111"/>
                </a:solidFill>
                <a:latin typeface="맑은 고딕"/>
                <a:ea typeface="맑은 고딕"/>
              </a:rPr>
              <a:t>{특이설명}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3748</TotalTime>
  <Words>7</Words>
  <Application>Microsoft Office PowerPoint</Application>
  <PresentationFormat>A4 용지(210x297mm)</PresentationFormat>
  <Paragraphs>3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맑은 고딕</vt:lpstr>
      <vt:lpstr>Aptos</vt:lpstr>
      <vt:lpstr>Arial</vt:lpstr>
      <vt:lpstr>Office 테마</vt:lpstr>
      <vt:lpstr>디자인 사용자 지정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LMJ</dc:creator>
  <cp:lastModifiedBy>명진 이</cp:lastModifiedBy>
  <cp:revision>160</cp:revision>
  <cp:lastPrinted>2025-01-16T07:33:21Z</cp:lastPrinted>
  <dcterms:created xsi:type="dcterms:W3CDTF">2023-09-21T01:28:56Z</dcterms:created>
  <dcterms:modified xsi:type="dcterms:W3CDTF">2026-08-28T03:01:06Z</dcterms:modified>
</cp:coreProperties>
</file>