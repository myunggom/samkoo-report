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696575" cy="7562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6575" cy="7562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" name="Picture 2" descr="cover-building-night.jpg"/>
          <p:cNvPicPr>
            <a:picLocks noChangeAspect="1"/>
          </p:cNvPicPr>
          <p:nvPr/>
        </p:nvPicPr>
        <p:blipFill>
          <a:blip r:embed="rId2"/>
          <a:srcRect t="18" b="18"/>
          <a:stretch>
            <a:fillRect/>
          </a:stretch>
        </p:blipFill>
        <p:spPr>
          <a:xfrm>
            <a:off x="0" y="3611880"/>
            <a:ext cx="10696575" cy="39509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611880"/>
            <a:ext cx="10696575" cy="395097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{%cover}</a:t>
            </a:r>
          </a:p>
        </p:txBody>
      </p:sp>
      <p:pic>
        <p:nvPicPr>
          <p:cNvPr id="5" name="Picture 4" descr="samk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595" y="342900"/>
            <a:ext cx="944880" cy="43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8168"/>
            <a:ext cx="6096000" cy="2286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200" b="1" spc="225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한독 · 제넥신 · 프로젠 연구소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92530"/>
            <a:ext cx="8572500" cy="607695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43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촬영 완료보고서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69770"/>
            <a:ext cx="85725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촬영 명 : {촬영명}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370772"/>
            <a:ext cx="85725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제작사 : {제작사}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767012"/>
            <a:ext cx="85725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촬영 기간 : {촬영기간}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163252"/>
            <a:ext cx="8572500" cy="27432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{#관리자있음}관리자 : {관리자}{/관리자있음}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486650"/>
            <a:ext cx="10696575" cy="76200"/>
          </a:xfrm>
          <a:prstGeom prst="rect">
            <a:avLst/>
          </a:prstGeom>
          <a:gradFill rotWithShape="1">
            <a:gsLst>
              <a:gs pos="0">
                <a:srgbClr val="0F2C5C">
                  <a:alpha val="100000"/>
                </a:srgbClr>
              </a:gs>
              <a:gs pos="100000">
                <a:srgbClr val="4F86D6">
                  <a:alpha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6700" y="266700"/>
            <a:ext cx="6667500" cy="3571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875" b="1">
                <a:solidFill>
                  <a:srgbClr val="0F2C5C"/>
                </a:solidFill>
                <a:latin typeface="맑은 고딕"/>
                <a:ea typeface="맑은 고딕"/>
                <a:cs typeface="맑은 고딕"/>
              </a:rPr>
              <a:t>촬영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700" y="652462"/>
            <a:ext cx="8572500" cy="17145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촬영 완료보고서 · 개요 안내</a:t>
            </a:r>
          </a:p>
        </p:txBody>
      </p:sp>
      <p:pic>
        <p:nvPicPr>
          <p:cNvPr id="4" name="Picture 3" descr="samk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778" y="266700"/>
            <a:ext cx="780098" cy="3619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" y="938212"/>
          <a:ext cx="10163176" cy="1962152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428750"/>
                <a:gridCol w="3652838"/>
                <a:gridCol w="1428750"/>
                <a:gridCol w="3652838"/>
              </a:tblGrid>
              <a:tr h="490538"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촬영종류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{촬영종류}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촬영명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{촬영명}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제작사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{제작사}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{관리자}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{촬영일시}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기간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{촬영기간}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보양 및 세팅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{보양세팅}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및 철수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{촬영철수}</a:t>
                      </a:r>
                    </a:p>
                  </a:txBody>
                  <a:tcPr anchor="ctr" marL="133350" marR="133350" marT="133350" marB="133350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66700" y="3193732"/>
            <a:ext cx="47625" cy="171450"/>
          </a:xfrm>
          <a:prstGeom prst="roundRect">
            <a:avLst>
              <a:gd name="adj" fmla="val 40000"/>
            </a:avLst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0525" y="3157538"/>
            <a:ext cx="2857500" cy="2428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275" b="1">
                <a:solidFill>
                  <a:srgbClr val="0F2C5C"/>
                </a:solidFill>
                <a:latin typeface="맑은 고딕"/>
                <a:ea typeface="맑은 고딕"/>
                <a:cs typeface="맑은 고딕"/>
              </a:rPr>
              <a:t>촬영 회차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75" y="3222308"/>
            <a:ext cx="4762500" cy="1857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sz="9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총 {회차수}회차 · 이번은 </a:t>
            </a:r>
            <a:r>
              <a:rPr sz="975" b="1">
                <a:solidFill>
                  <a:srgbClr val="0F2C5C"/>
                </a:solidFill>
                <a:latin typeface="맑은 고딕"/>
                <a:ea typeface="맑은 고딕"/>
                <a:cs typeface="맑은 고딕"/>
              </a:rPr>
              <a:t>{이번}번째</a:t>
            </a:r>
            <a:r>
              <a:rPr sz="9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 촬영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66700" y="3503295"/>
          <a:ext cx="10163175" cy="985836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762000"/>
                <a:gridCol w="4543425"/>
                <a:gridCol w="2476500"/>
                <a:gridCol w="1238250"/>
                <a:gridCol w="1143000"/>
              </a:tblGrid>
              <a:tr h="328612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회차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일시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및 철수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328612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0F2C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{#회차}{#now}{회차명}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{일시}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{철수}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{관리자}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1">
                          <a:solidFill>
                            <a:srgbClr val="0F2C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촬영{/now}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8F0FB"/>
                    </a:solidFill>
                  </a:tcPr>
                </a:tc>
              </a:tr>
              <a:tr h="328612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0F2C5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{^now}{회차명}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{일시}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{철수}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{관리자}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{/now}{/회차}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6700" y="266700"/>
            <a:ext cx="6667500" cy="3571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875" b="1">
                <a:solidFill>
                  <a:srgbClr val="0F2C5C"/>
                </a:solidFill>
                <a:latin typeface="맑은 고딕"/>
                <a:ea typeface="맑은 고딕"/>
                <a:cs typeface="맑은 고딕"/>
              </a:rPr>
              <a:t>촬영 완료보고서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700" y="652462"/>
            <a:ext cx="8572500" cy="17145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촬영 기간 : {촬영기간}</a:t>
            </a:r>
          </a:p>
        </p:txBody>
      </p:sp>
      <p:pic>
        <p:nvPicPr>
          <p:cNvPr id="4" name="Picture 3" descr="samk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778" y="266700"/>
            <a:ext cx="780098" cy="3619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" y="938212"/>
          <a:ext cx="10163175" cy="657224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876300"/>
                <a:gridCol w="2511425"/>
                <a:gridCol w="876300"/>
                <a:gridCol w="2511425"/>
                <a:gridCol w="876300"/>
                <a:gridCol w="2511425"/>
              </a:tblGrid>
              <a:tr h="328612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촬영종류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{촬영종류}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촬영명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{촬영명}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제작사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{제작사}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{관리자}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보양 및 세팅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{보양세팅}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및 철수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{촬영철수}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ADGE"/>
          <p:cNvSpPr/>
          <p:nvPr/>
        </p:nvSpPr>
        <p:spPr>
          <a:xfrm>
            <a:off x="266700" y="1719262"/>
            <a:ext cx="955358" cy="276225"/>
          </a:xfrm>
          <a:prstGeom prst="roundRect">
            <a:avLst>
              <a:gd name="adj" fmla="val 13793"/>
            </a:avLst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{구역}</a:t>
            </a:r>
          </a:p>
        </p:txBody>
      </p:sp>
      <p:sp>
        <p:nvSpPr>
          <p:cNvPr id="7" name="BADGE_PART"/>
          <p:cNvSpPr txBox="1"/>
          <p:nvPr/>
        </p:nvSpPr>
        <p:spPr>
          <a:xfrm>
            <a:off x="1298258" y="1771650"/>
            <a:ext cx="952500" cy="17145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{쪽}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700" y="2071688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225" y="2081212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225" y="2081212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{%p1}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" y="212883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6734" y="2071688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6259" y="2081212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259" y="2081212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{%p2}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3884" y="212883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6768" y="2071688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6294" y="2081212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6294" y="2081212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{%p3}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3918" y="212883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803" y="2071688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6328" y="2081212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6328" y="2081212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{%p4}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3953" y="212883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700" y="4181475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225" y="4191000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225" y="4191000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{%p5}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3850" y="423862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26734" y="4181475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6259" y="4191000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6259" y="4191000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{%p6}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3884" y="423862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86768" y="4181475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6294" y="4191000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6294" y="4191000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{%p7}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3918" y="423862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6803" y="4181475"/>
            <a:ext cx="2484120" cy="2033588"/>
          </a:xfrm>
          <a:prstGeom prst="roundRect">
            <a:avLst>
              <a:gd name="adj" fmla="val 2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6328" y="4191000"/>
            <a:ext cx="2465070" cy="201453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6328" y="4191000"/>
            <a:ext cx="2465070" cy="201453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{%p8}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3953" y="423862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6700" y="6310312"/>
            <a:ext cx="10163175" cy="985838"/>
          </a:xfrm>
          <a:prstGeom prst="roundRect">
            <a:avLst>
              <a:gd name="adj" fmla="val 772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6225" y="6319838"/>
            <a:ext cx="10144125" cy="30003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6225" y="6319838"/>
            <a:ext cx="10144125" cy="300038"/>
          </a:xfrm>
          <a:prstGeom prst="rect">
            <a:avLst/>
          </a:prstGeom>
          <a:noFill/>
        </p:spPr>
        <p:txBody>
          <a:bodyPr wrap="square" anchor="ctr" lIns="114300" tIns="0" rIns="114300" bIns="0"/>
          <a:lstStyle/>
          <a:p>
            <a:pPr algn="l"/>
            <a:r>
              <a:rPr sz="97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촬영 중 특이사항 · 비고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225" y="6619875"/>
            <a:ext cx="10144125" cy="666750"/>
          </a:xfrm>
          <a:prstGeom prst="rect">
            <a:avLst/>
          </a:prstGeom>
          <a:noFill/>
        </p:spPr>
        <p:txBody>
          <a:bodyPr wrap="square" anchor="t" lIns="114300" tIns="95250" rIns="114300" bIns="95250"/>
          <a:lstStyle/>
          <a:p>
            <a:pPr algn="l">
              <a:lnSpc>
                <a:spcPct val="125000"/>
              </a:lnSpc>
            </a:pPr>
            <a:r>
              <a:rPr sz="975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{#noteOk}{비고}{/noteOk}</a:t>
            </a:r>
            <a:r>
              <a:rPr sz="975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{^noteOk}해당 없음{/noteOk}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6700" y="266700"/>
            <a:ext cx="6667500" cy="357188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1875" b="1">
                <a:solidFill>
                  <a:srgbClr val="0F2C5C"/>
                </a:solidFill>
                <a:latin typeface="맑은 고딕"/>
                <a:ea typeface="맑은 고딕"/>
                <a:cs typeface="맑은 고딕"/>
              </a:rPr>
              <a:t>특이사항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700" y="652462"/>
            <a:ext cx="8572500" cy="17145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촬영 기간 : {촬영기간}</a:t>
            </a:r>
          </a:p>
        </p:txBody>
      </p:sp>
      <p:pic>
        <p:nvPicPr>
          <p:cNvPr id="4" name="Picture 3" descr="samk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778" y="266700"/>
            <a:ext cx="780098" cy="3619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700" y="938212"/>
          <a:ext cx="10163175" cy="657224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876300"/>
                <a:gridCol w="2511425"/>
                <a:gridCol w="876300"/>
                <a:gridCol w="2511425"/>
                <a:gridCol w="876300"/>
                <a:gridCol w="2511425"/>
              </a:tblGrid>
              <a:tr h="328612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촬영종류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{촬영종류}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촬영명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{촬영명}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제작사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{제작사}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8612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{관리자}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보양 및 세팅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{보양세팅}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3415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및 철수</a:t>
                      </a:r>
                    </a:p>
                  </a:txBody>
                  <a:tcPr anchor="ctr" marL="38100" marR="381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{촬영철수}</a:t>
                      </a:r>
                    </a:p>
                  </a:txBody>
                  <a:tcPr anchor="ctr" marL="114300" marR="114300" marT="66675" marB="66675">
                    <a:lnL w="9525" cap="flat" cmpd="sng" algn="ctr">
                      <a:solidFill>
                        <a:srgbClr val="CBD5E1"/>
                      </a:solidFill>
                      <a:prstDash val="soli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66700" y="1719262"/>
            <a:ext cx="3204210" cy="2741295"/>
          </a:xfrm>
          <a:prstGeom prst="roundRect">
            <a:avLst>
              <a:gd name="adj" fmla="val 2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6225" y="1728788"/>
            <a:ext cx="3185160" cy="2722245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225" y="1728788"/>
            <a:ext cx="3185160" cy="2722245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{%s1}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850" y="1776412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719262"/>
            <a:ext cx="3204210" cy="2741295"/>
          </a:xfrm>
          <a:prstGeom prst="roundRect">
            <a:avLst>
              <a:gd name="adj" fmla="val 2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685" y="1728788"/>
            <a:ext cx="3185160" cy="2722245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685" y="1728788"/>
            <a:ext cx="3185160" cy="2722245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{%s2}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3310" y="1776412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700" y="4555808"/>
            <a:ext cx="3204210" cy="2741295"/>
          </a:xfrm>
          <a:prstGeom prst="roundRect">
            <a:avLst>
              <a:gd name="adj" fmla="val 2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565332"/>
            <a:ext cx="3185160" cy="2722245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225" y="4565332"/>
            <a:ext cx="3185160" cy="2722245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{%s3}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850" y="461295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4555808"/>
            <a:ext cx="3204210" cy="2741295"/>
          </a:xfrm>
          <a:prstGeom prst="roundRect">
            <a:avLst>
              <a:gd name="adj" fmla="val 2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5685" y="4565332"/>
            <a:ext cx="3185160" cy="2722245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ctr"/>
            <a:r>
              <a:rPr sz="9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사진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685" y="4565332"/>
            <a:ext cx="3185160" cy="2722245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/>
            <a:r>
              <a:rPr sz="600" b="0">
                <a:solidFill>
                  <a:srgbClr val="F8FAFC"/>
                </a:solidFill>
                <a:latin typeface="맑은 고딕"/>
                <a:ea typeface="맑은 고딕"/>
                <a:cs typeface="맑은 고딕"/>
              </a:rPr>
              <a:t>{%s4}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3310" y="461295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2C5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2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5622" y="1719262"/>
            <a:ext cx="3544252" cy="5576888"/>
          </a:xfrm>
          <a:prstGeom prst="roundRect">
            <a:avLst>
              <a:gd name="adj" fmla="val 214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95148" y="1728788"/>
            <a:ext cx="3525202" cy="36195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5148" y="1728788"/>
            <a:ext cx="3525202" cy="361950"/>
          </a:xfrm>
          <a:prstGeom prst="rect">
            <a:avLst/>
          </a:prstGeom>
          <a:noFill/>
        </p:spPr>
        <p:txBody>
          <a:bodyPr wrap="square" anchor="ctr" lIns="114300" tIns="0" rIns="114300" bIns="0"/>
          <a:lstStyle/>
          <a:p>
            <a:pPr algn="l"/>
            <a:r>
              <a:rPr sz="10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특이사항 설명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5148" y="2090738"/>
            <a:ext cx="3525202" cy="5195888"/>
          </a:xfrm>
          <a:prstGeom prst="rect">
            <a:avLst/>
          </a:prstGeom>
          <a:noFill/>
        </p:spPr>
        <p:txBody>
          <a:bodyPr wrap="square" anchor="t" lIns="114300" tIns="114300" rIns="114300" bIns="114300"/>
          <a:lstStyle/>
          <a:p>
            <a:pPr algn="l">
              <a:lnSpc>
                <a:spcPct val="135000"/>
              </a:lnSpc>
            </a:pPr>
            <a:r>
              <a:rPr sz="975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{#specialOk}{특이설명}{/specialOk}</a:t>
            </a:r>
            <a:r>
              <a:rPr sz="975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{^specialOk}해당 없음{/specialOk}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