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5"/>
  </p:notesMasterIdLst>
  <p:handoutMasterIdLst>
    <p:handoutMasterId r:id="rId6"/>
  </p:handoutMasterIdLst>
  <p:sldIdLst>
    <p:sldId id="1746" r:id="rId2"/>
    <p:sldId id="1882" r:id="rId3"/>
    <p:sldId id="1887" r:id="rId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01" userDrawn="1">
          <p15:clr>
            <a:srgbClr val="A4A3A4"/>
          </p15:clr>
        </p15:guide>
        <p15:guide id="2" pos="3120">
          <p15:clr>
            <a:srgbClr val="A4A3A4"/>
          </p15:clr>
        </p15:guide>
        <p15:guide id="4" pos="5456" userDrawn="1">
          <p15:clr>
            <a:srgbClr val="A4A3A4"/>
          </p15:clr>
        </p15:guide>
        <p15:guide id="6" orient="horz" pos="2432" userDrawn="1">
          <p15:clr>
            <a:srgbClr val="A4A3A4"/>
          </p15:clr>
        </p15:guide>
        <p15:guide id="8" pos="248">
          <p15:clr>
            <a:srgbClr val="A4A3A4"/>
          </p15:clr>
        </p15:guide>
        <p15:guide id="10" orient="horz" pos="867" userDrawn="1">
          <p15:clr>
            <a:srgbClr val="A4A3A4"/>
          </p15:clr>
        </p15:guide>
        <p15:guide id="11" orient="horz" pos="3249" userDrawn="1">
          <p15:clr>
            <a:srgbClr val="A4A3A4"/>
          </p15:clr>
        </p15:guide>
        <p15:guide id="12" pos="16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6EC"/>
    <a:srgbClr val="EEEDF7"/>
    <a:srgbClr val="79D0CA"/>
    <a:srgbClr val="C4EAE7"/>
    <a:srgbClr val="222642"/>
    <a:srgbClr val="C4DDE9"/>
    <a:srgbClr val="FFFFFF"/>
    <a:srgbClr val="739EB5"/>
    <a:srgbClr val="9E85A8"/>
    <a:srgbClr val="E689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86" autoAdjust="0"/>
    <p:restoredTop sz="96247" autoAdjust="0"/>
  </p:normalViewPr>
  <p:slideViewPr>
    <p:cSldViewPr snapToGrid="0">
      <p:cViewPr varScale="1">
        <p:scale>
          <a:sx n="110" d="100"/>
          <a:sy n="110" d="100"/>
        </p:scale>
        <p:origin x="1764" y="114"/>
      </p:cViewPr>
      <p:guideLst>
        <p:guide orient="horz" pos="4201"/>
        <p:guide pos="3120"/>
        <p:guide pos="5456"/>
        <p:guide orient="horz" pos="2432"/>
        <p:guide pos="248"/>
        <p:guide orient="horz" pos="867"/>
        <p:guide orient="horz" pos="3249"/>
        <p:guide pos="16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123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EAF712FB-100F-4056-AE49-5E1AD9A0C4F2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5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28585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A2AA029B-BDDB-4921-B200-0DD028C0F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026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6AD98415-4DCB-42F6-B1FA-51CCDB291F0E}" type="datetimeFigureOut">
              <a:rPr lang="ko-KR" altLang="en-US" smtClean="0"/>
              <a:t>2026-08-30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5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59" cy="49633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FD92466F-E93B-418D-AADA-6627202938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96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noProof="0"/>
          </a:p>
        </p:txBody>
      </p:sp>
      <p:sp>
        <p:nvSpPr>
          <p:cNvPr id="68" name="슬라이드 번호 개체 틀 2"/>
          <p:cNvSpPr>
            <a:spLocks noGrp="1"/>
          </p:cNvSpPr>
          <p:nvPr userDrawn="1"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9F1DC-5AD2-4CBE-B6D7-7A922372C2CA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86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슬라이드 번호 개체 틀 2"/>
          <p:cNvSpPr>
            <a:spLocks noGrp="1"/>
          </p:cNvSpPr>
          <p:nvPr userDrawn="1"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9F1DC-5AD2-4CBE-B6D7-7A922372C2CA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24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D9D6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6799" y="678370"/>
            <a:ext cx="980029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주간 업무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189035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Ⅰ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490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D9D6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6799" y="678370"/>
            <a:ext cx="980029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하자리스트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189035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Ⅰ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A06F06-DA9C-54DB-BA78-ADFB3C971AE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288944122"/>
              </p:ext>
            </p:extLst>
          </p:nvPr>
        </p:nvGraphicFramePr>
        <p:xfrm>
          <a:off x="393700" y="1484311"/>
          <a:ext cx="9215444" cy="5079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954">
                  <a:extLst>
                    <a:ext uri="{9D8B030D-6E8A-4147-A177-3AD203B41FA5}">
                      <a16:colId xmlns:a16="http://schemas.microsoft.com/office/drawing/2014/main" val="953712775"/>
                    </a:ext>
                  </a:extLst>
                </a:gridCol>
                <a:gridCol w="767953">
                  <a:extLst>
                    <a:ext uri="{9D8B030D-6E8A-4147-A177-3AD203B41FA5}">
                      <a16:colId xmlns:a16="http://schemas.microsoft.com/office/drawing/2014/main" val="2208698175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1579287012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3364503031"/>
                    </a:ext>
                  </a:extLst>
                </a:gridCol>
                <a:gridCol w="767953">
                  <a:extLst>
                    <a:ext uri="{9D8B030D-6E8A-4147-A177-3AD203B41FA5}">
                      <a16:colId xmlns:a16="http://schemas.microsoft.com/office/drawing/2014/main" val="2644810578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3266871205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2931662288"/>
                    </a:ext>
                  </a:extLst>
                </a:gridCol>
                <a:gridCol w="767953">
                  <a:extLst>
                    <a:ext uri="{9D8B030D-6E8A-4147-A177-3AD203B41FA5}">
                      <a16:colId xmlns:a16="http://schemas.microsoft.com/office/drawing/2014/main" val="4084691243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1188487151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3239797360"/>
                    </a:ext>
                  </a:extLst>
                </a:gridCol>
                <a:gridCol w="767953">
                  <a:extLst>
                    <a:ext uri="{9D8B030D-6E8A-4147-A177-3AD203B41FA5}">
                      <a16:colId xmlns:a16="http://schemas.microsoft.com/office/drawing/2014/main" val="3130819010"/>
                    </a:ext>
                  </a:extLst>
                </a:gridCol>
                <a:gridCol w="767954">
                  <a:extLst>
                    <a:ext uri="{9D8B030D-6E8A-4147-A177-3AD203B41FA5}">
                      <a16:colId xmlns:a16="http://schemas.microsoft.com/office/drawing/2014/main" val="3343835908"/>
                    </a:ext>
                  </a:extLst>
                </a:gridCol>
              </a:tblGrid>
              <a:tr h="564366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 리스트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 리스트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79093"/>
                  </a:ext>
                </a:extLst>
              </a:tr>
              <a:tr h="3386196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95076"/>
                  </a:ext>
                </a:extLst>
              </a:tr>
              <a:tr h="56436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 내용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-10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하자 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30000"/>
                        </a:lnSpc>
                      </a:pPr>
                      <a:endParaRPr lang="ko-KR" altLang="en-US" sz="1100" b="0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664703"/>
                  </a:ext>
                </a:extLst>
              </a:tr>
              <a:tr h="5643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</a:t>
                      </a:r>
                      <a:endParaRPr lang="en-US" altLang="ko-KR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공종</a:t>
                      </a: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하자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endParaRPr lang="ko-KR" altLang="en-US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12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endParaRPr lang="ko-KR" altLang="en-US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30000"/>
                        </a:lnSpc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180046"/>
                  </a:ext>
                </a:extLst>
              </a:tr>
            </a:tbl>
          </a:graphicData>
        </a:graphic>
      </p:graphicFrame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59D88DC2-76E3-2278-A0AD-DDDE800BED5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6450" y="2117309"/>
            <a:ext cx="4500000" cy="32400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1" name="그림 개체 틀 9">
            <a:extLst>
              <a:ext uri="{FF2B5EF4-FFF2-40B4-BE49-F238E27FC236}">
                <a16:creationId xmlns:a16="http://schemas.microsoft.com/office/drawing/2014/main" id="{7E119E7E-540B-AE4D-7213-A05695DA65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50845" y="2117309"/>
            <a:ext cx="4500000" cy="3240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36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EA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8" name="직사각형 7"/>
          <p:cNvSpPr/>
          <p:nvPr userDrawn="1"/>
        </p:nvSpPr>
        <p:spPr>
          <a:xfrm>
            <a:off x="189035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Ⅱ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491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C4DD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-3" y="678370"/>
            <a:ext cx="986828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피난안내도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0" y="164931"/>
            <a:ext cx="9868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Ⅱ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13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79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14179" y="678370"/>
            <a:ext cx="986830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수도광열비</a:t>
            </a:r>
            <a:endParaRPr lang="ko-KR" altLang="en-US" sz="1200" b="1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189035" y="164931"/>
            <a:ext cx="5832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Ⅱ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715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EA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93303" y="678370"/>
            <a:ext cx="800219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인력관리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189035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Ⅲ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152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EA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-10892" y="678370"/>
            <a:ext cx="1008609" cy="487313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업무수행 및</a:t>
            </a:r>
          </a:p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품질관리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204198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Ⅳ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56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EA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247190" y="678370"/>
            <a:ext cx="492444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교육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204198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Ⅴ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571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-2" y="0"/>
            <a:ext cx="9906003" cy="1147224"/>
            <a:chOff x="-2" y="0"/>
            <a:chExt cx="9906003" cy="1147224"/>
          </a:xfrm>
        </p:grpSpPr>
        <p:sp>
          <p:nvSpPr>
            <p:cNvPr id="4" name="직사각형 3"/>
            <p:cNvSpPr/>
            <p:nvPr/>
          </p:nvSpPr>
          <p:spPr>
            <a:xfrm>
              <a:off x="1" y="0"/>
              <a:ext cx="9906000" cy="1065743"/>
            </a:xfrm>
            <a:prstGeom prst="rect">
              <a:avLst/>
            </a:prstGeom>
            <a:solidFill>
              <a:srgbClr val="EAC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-2" y="81481"/>
              <a:ext cx="986830" cy="1065743"/>
            </a:xfrm>
            <a:custGeom>
              <a:avLst/>
              <a:gdLst>
                <a:gd name="connsiteX0" fmla="*/ 0 w 986830"/>
                <a:gd name="connsiteY0" fmla="*/ 0 h 1065743"/>
                <a:gd name="connsiteX1" fmla="*/ 800154 w 986830"/>
                <a:gd name="connsiteY1" fmla="*/ 0 h 1065743"/>
                <a:gd name="connsiteX2" fmla="*/ 986830 w 986830"/>
                <a:gd name="connsiteY2" fmla="*/ 186676 h 1065743"/>
                <a:gd name="connsiteX3" fmla="*/ 986830 w 986830"/>
                <a:gd name="connsiteY3" fmla="*/ 1065743 h 1065743"/>
                <a:gd name="connsiteX4" fmla="*/ 0 w 986830"/>
                <a:gd name="connsiteY4" fmla="*/ 1065743 h 10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6830" h="1065743">
                  <a:moveTo>
                    <a:pt x="0" y="0"/>
                  </a:moveTo>
                  <a:lnTo>
                    <a:pt x="800154" y="0"/>
                  </a:lnTo>
                  <a:cubicBezTo>
                    <a:pt x="903252" y="0"/>
                    <a:pt x="986830" y="83578"/>
                    <a:pt x="986830" y="186676"/>
                  </a:cubicBezTo>
                  <a:lnTo>
                    <a:pt x="986830" y="1065743"/>
                  </a:lnTo>
                  <a:lnTo>
                    <a:pt x="0" y="106574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000" b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latin typeface="+mn-ea"/>
                <a:ea typeface="+mn-ea"/>
                <a:cs typeface="조선일보명조" panose="02030304000000000000" pitchFamily="18" charset="-127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EA854F-F65F-A761-E9EF-570D8E1E2804}"/>
              </a:ext>
            </a:extLst>
          </p:cNvPr>
          <p:cNvSpPr/>
          <p:nvPr userDrawn="1"/>
        </p:nvSpPr>
        <p:spPr>
          <a:xfrm>
            <a:off x="-10892" y="678370"/>
            <a:ext cx="1008609" cy="276999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spcBef>
                <a:spcPts val="200"/>
              </a:spcBef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차별화 제안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204198" y="164931"/>
            <a:ext cx="5784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/>
            </a:pPr>
            <a:r>
              <a:rPr lang="en-US" altLang="ko-KR" sz="3200" b="1" spc="-92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  <a:ea typeface="+mn-ea"/>
              </a:rPr>
              <a:t>Ⅵ</a:t>
            </a:r>
            <a:endParaRPr lang="ko-KR" altLang="en-US" sz="3200" b="1" spc="-92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gradFill>
                <a:gsLst>
                  <a:gs pos="0">
                    <a:srgbClr val="FE5154"/>
                  </a:gs>
                  <a:gs pos="100000">
                    <a:srgbClr val="FF3F4D"/>
                  </a:gs>
                </a:gsLst>
                <a:lin ang="5400000" scaled="1"/>
              </a:gra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3965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2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9359521" y="6585194"/>
            <a:ext cx="439947" cy="155454"/>
          </a:xfrm>
        </p:spPr>
        <p:txBody>
          <a:bodyPr/>
          <a:lstStyle>
            <a:lvl1pPr algn="r">
              <a:defRPr sz="900">
                <a:latin typeface="+mn-ea"/>
                <a:ea typeface="+mn-ea"/>
              </a:defRPr>
            </a:lvl1pPr>
          </a:lstStyle>
          <a:p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4280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4C656-BC6A-4134-B3C6-8D686E48D7D7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50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814" r:id="rId2"/>
    <p:sldLayoutId id="2147483818" r:id="rId3"/>
    <p:sldLayoutId id="2147483817" r:id="rId4"/>
    <p:sldLayoutId id="2147483809" r:id="rId5"/>
    <p:sldLayoutId id="2147483815" r:id="rId6"/>
    <p:sldLayoutId id="2147483816" r:id="rId7"/>
    <p:sldLayoutId id="2147483810" r:id="rId8"/>
    <p:sldLayoutId id="2147483811" r:id="rId9"/>
    <p:sldLayoutId id="2147483812" r:id="rId10"/>
    <p:sldLayoutId id="2147483813" r:id="rId11"/>
    <p:sldLayoutId id="2147483808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52" r="1852"/>
          <a:stretch/>
        </p:blipFill>
        <p:spPr>
          <a:xfrm>
            <a:off x="0" y="1"/>
            <a:ext cx="9906000" cy="6858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841" y="6335780"/>
            <a:ext cx="1580241" cy="246221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-9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Gothic A1" pitchFamily="2" charset="-127"/>
              </a:rPr>
              <a:t>주식회사</a:t>
            </a:r>
            <a:r>
              <a:rPr kumimoji="0" lang="en-US" altLang="ko-KR" sz="1000" b="1" i="0" u="none" strike="noStrike" kern="1200" cap="none" spc="-9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Gothic A1" pitchFamily="2" charset="-127"/>
              </a:rPr>
              <a:t>   I   </a:t>
            </a:r>
            <a:r>
              <a:rPr kumimoji="0" lang="ko-KR" altLang="en-US" sz="1000" b="1" i="0" u="none" strike="noStrike" kern="1200" cap="none" spc="-90" normalizeH="0" baseline="0" noProof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Gothic A1" pitchFamily="2" charset="-127"/>
              </a:rPr>
              <a:t>삼구아이앤씨</a:t>
            </a:r>
            <a:endParaRPr kumimoji="0" lang="ko-KR" altLang="en-US" sz="1000" b="1" i="0" u="none" strike="noStrike" kern="1200" cap="none" spc="-9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+mn-ea"/>
              <a:cs typeface="Gothic A1" pitchFamily="2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241308" y="6157123"/>
            <a:ext cx="850857" cy="393405"/>
            <a:chOff x="2241308" y="6157123"/>
            <a:chExt cx="850857" cy="393405"/>
          </a:xfrm>
        </p:grpSpPr>
        <p:sp>
          <p:nvSpPr>
            <p:cNvPr id="32" name="Freeform 697"/>
            <p:cNvSpPr>
              <a:spLocks/>
            </p:cNvSpPr>
            <p:nvPr/>
          </p:nvSpPr>
          <p:spPr bwMode="auto">
            <a:xfrm>
              <a:off x="2241308" y="6398045"/>
              <a:ext cx="100640" cy="118938"/>
            </a:xfrm>
            <a:custGeom>
              <a:avLst/>
              <a:gdLst>
                <a:gd name="T0" fmla="*/ 83 w 165"/>
                <a:gd name="T1" fmla="*/ 198 h 198"/>
                <a:gd name="T2" fmla="*/ 0 w 165"/>
                <a:gd name="T3" fmla="*/ 170 h 198"/>
                <a:gd name="T4" fmla="*/ 32 w 165"/>
                <a:gd name="T5" fmla="*/ 138 h 198"/>
                <a:gd name="T6" fmla="*/ 84 w 165"/>
                <a:gd name="T7" fmla="*/ 156 h 198"/>
                <a:gd name="T8" fmla="*/ 118 w 165"/>
                <a:gd name="T9" fmla="*/ 136 h 198"/>
                <a:gd name="T10" fmla="*/ 97 w 165"/>
                <a:gd name="T11" fmla="*/ 119 h 198"/>
                <a:gd name="T12" fmla="*/ 67 w 165"/>
                <a:gd name="T13" fmla="*/ 116 h 198"/>
                <a:gd name="T14" fmla="*/ 11 w 165"/>
                <a:gd name="T15" fmla="*/ 61 h 198"/>
                <a:gd name="T16" fmla="*/ 85 w 165"/>
                <a:gd name="T17" fmla="*/ 0 h 198"/>
                <a:gd name="T18" fmla="*/ 165 w 165"/>
                <a:gd name="T19" fmla="*/ 26 h 198"/>
                <a:gd name="T20" fmla="*/ 136 w 165"/>
                <a:gd name="T21" fmla="*/ 56 h 198"/>
                <a:gd name="T22" fmla="*/ 84 w 165"/>
                <a:gd name="T23" fmla="*/ 40 h 198"/>
                <a:gd name="T24" fmla="*/ 57 w 165"/>
                <a:gd name="T25" fmla="*/ 58 h 198"/>
                <a:gd name="T26" fmla="*/ 77 w 165"/>
                <a:gd name="T27" fmla="*/ 75 h 198"/>
                <a:gd name="T28" fmla="*/ 107 w 165"/>
                <a:gd name="T29" fmla="*/ 78 h 198"/>
                <a:gd name="T30" fmla="*/ 165 w 165"/>
                <a:gd name="T31" fmla="*/ 135 h 198"/>
                <a:gd name="T32" fmla="*/ 83 w 165"/>
                <a:gd name="T33" fmla="*/ 19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5" h="198">
                  <a:moveTo>
                    <a:pt x="83" y="198"/>
                  </a:moveTo>
                  <a:cubicBezTo>
                    <a:pt x="52" y="198"/>
                    <a:pt x="25" y="194"/>
                    <a:pt x="0" y="170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48" y="154"/>
                    <a:pt x="69" y="156"/>
                    <a:pt x="84" y="156"/>
                  </a:cubicBezTo>
                  <a:cubicBezTo>
                    <a:pt x="100" y="156"/>
                    <a:pt x="118" y="151"/>
                    <a:pt x="118" y="136"/>
                  </a:cubicBezTo>
                  <a:cubicBezTo>
                    <a:pt x="118" y="127"/>
                    <a:pt x="113" y="120"/>
                    <a:pt x="97" y="119"/>
                  </a:cubicBezTo>
                  <a:cubicBezTo>
                    <a:pt x="67" y="116"/>
                    <a:pt x="67" y="116"/>
                    <a:pt x="67" y="116"/>
                  </a:cubicBezTo>
                  <a:cubicBezTo>
                    <a:pt x="32" y="112"/>
                    <a:pt x="11" y="97"/>
                    <a:pt x="11" y="61"/>
                  </a:cubicBezTo>
                  <a:cubicBezTo>
                    <a:pt x="11" y="21"/>
                    <a:pt x="46" y="0"/>
                    <a:pt x="85" y="0"/>
                  </a:cubicBezTo>
                  <a:cubicBezTo>
                    <a:pt x="115" y="0"/>
                    <a:pt x="140" y="5"/>
                    <a:pt x="165" y="26"/>
                  </a:cubicBezTo>
                  <a:cubicBezTo>
                    <a:pt x="136" y="56"/>
                    <a:pt x="136" y="56"/>
                    <a:pt x="136" y="56"/>
                  </a:cubicBezTo>
                  <a:cubicBezTo>
                    <a:pt x="118" y="43"/>
                    <a:pt x="101" y="40"/>
                    <a:pt x="84" y="40"/>
                  </a:cubicBezTo>
                  <a:cubicBezTo>
                    <a:pt x="65" y="40"/>
                    <a:pt x="57" y="48"/>
                    <a:pt x="57" y="58"/>
                  </a:cubicBezTo>
                  <a:cubicBezTo>
                    <a:pt x="57" y="65"/>
                    <a:pt x="60" y="73"/>
                    <a:pt x="77" y="75"/>
                  </a:cubicBezTo>
                  <a:cubicBezTo>
                    <a:pt x="107" y="78"/>
                    <a:pt x="107" y="78"/>
                    <a:pt x="107" y="78"/>
                  </a:cubicBezTo>
                  <a:cubicBezTo>
                    <a:pt x="146" y="82"/>
                    <a:pt x="165" y="102"/>
                    <a:pt x="165" y="135"/>
                  </a:cubicBezTo>
                  <a:cubicBezTo>
                    <a:pt x="165" y="177"/>
                    <a:pt x="129" y="198"/>
                    <a:pt x="83" y="19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3" name="Freeform 698"/>
            <p:cNvSpPr>
              <a:spLocks noEditPoints="1"/>
            </p:cNvSpPr>
            <p:nvPr/>
          </p:nvSpPr>
          <p:spPr bwMode="auto">
            <a:xfrm>
              <a:off x="2351096" y="6413294"/>
              <a:ext cx="85390" cy="103689"/>
            </a:xfrm>
            <a:custGeom>
              <a:avLst/>
              <a:gdLst>
                <a:gd name="T0" fmla="*/ 98 w 140"/>
                <a:gd name="T1" fmla="*/ 171 h 172"/>
                <a:gd name="T2" fmla="*/ 98 w 140"/>
                <a:gd name="T3" fmla="*/ 156 h 172"/>
                <a:gd name="T4" fmla="*/ 57 w 140"/>
                <a:gd name="T5" fmla="*/ 172 h 172"/>
                <a:gd name="T6" fmla="*/ 14 w 140"/>
                <a:gd name="T7" fmla="*/ 157 h 172"/>
                <a:gd name="T8" fmla="*/ 0 w 140"/>
                <a:gd name="T9" fmla="*/ 119 h 172"/>
                <a:gd name="T10" fmla="*/ 57 w 140"/>
                <a:gd name="T11" fmla="*/ 70 h 172"/>
                <a:gd name="T12" fmla="*/ 97 w 140"/>
                <a:gd name="T13" fmla="*/ 70 h 172"/>
                <a:gd name="T14" fmla="*/ 97 w 140"/>
                <a:gd name="T15" fmla="*/ 62 h 172"/>
                <a:gd name="T16" fmla="*/ 66 w 140"/>
                <a:gd name="T17" fmla="*/ 35 h 172"/>
                <a:gd name="T18" fmla="*/ 33 w 140"/>
                <a:gd name="T19" fmla="*/ 49 h 172"/>
                <a:gd name="T20" fmla="*/ 6 w 140"/>
                <a:gd name="T21" fmla="*/ 23 h 172"/>
                <a:gd name="T22" fmla="*/ 67 w 140"/>
                <a:gd name="T23" fmla="*/ 0 h 172"/>
                <a:gd name="T24" fmla="*/ 140 w 140"/>
                <a:gd name="T25" fmla="*/ 59 h 172"/>
                <a:gd name="T26" fmla="*/ 140 w 140"/>
                <a:gd name="T27" fmla="*/ 171 h 172"/>
                <a:gd name="T28" fmla="*/ 98 w 140"/>
                <a:gd name="T29" fmla="*/ 171 h 172"/>
                <a:gd name="T30" fmla="*/ 97 w 140"/>
                <a:gd name="T31" fmla="*/ 99 h 172"/>
                <a:gd name="T32" fmla="*/ 64 w 140"/>
                <a:gd name="T33" fmla="*/ 99 h 172"/>
                <a:gd name="T34" fmla="*/ 40 w 140"/>
                <a:gd name="T35" fmla="*/ 118 h 172"/>
                <a:gd name="T36" fmla="*/ 65 w 140"/>
                <a:gd name="T37" fmla="*/ 138 h 172"/>
                <a:gd name="T38" fmla="*/ 91 w 140"/>
                <a:gd name="T39" fmla="*/ 130 h 172"/>
                <a:gd name="T40" fmla="*/ 97 w 140"/>
                <a:gd name="T41" fmla="*/ 108 h 172"/>
                <a:gd name="T42" fmla="*/ 97 w 140"/>
                <a:gd name="T43" fmla="*/ 99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0" h="172">
                  <a:moveTo>
                    <a:pt x="98" y="171"/>
                  </a:moveTo>
                  <a:cubicBezTo>
                    <a:pt x="98" y="156"/>
                    <a:pt x="98" y="156"/>
                    <a:pt x="98" y="156"/>
                  </a:cubicBezTo>
                  <a:cubicBezTo>
                    <a:pt x="87" y="168"/>
                    <a:pt x="76" y="172"/>
                    <a:pt x="57" y="172"/>
                  </a:cubicBezTo>
                  <a:cubicBezTo>
                    <a:pt x="38" y="172"/>
                    <a:pt x="24" y="168"/>
                    <a:pt x="14" y="157"/>
                  </a:cubicBezTo>
                  <a:cubicBezTo>
                    <a:pt x="4" y="148"/>
                    <a:pt x="0" y="134"/>
                    <a:pt x="0" y="119"/>
                  </a:cubicBezTo>
                  <a:cubicBezTo>
                    <a:pt x="0" y="92"/>
                    <a:pt x="18" y="70"/>
                    <a:pt x="57" y="70"/>
                  </a:cubicBezTo>
                  <a:cubicBezTo>
                    <a:pt x="97" y="70"/>
                    <a:pt x="97" y="70"/>
                    <a:pt x="97" y="70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43"/>
                    <a:pt x="88" y="35"/>
                    <a:pt x="66" y="35"/>
                  </a:cubicBezTo>
                  <a:cubicBezTo>
                    <a:pt x="50" y="35"/>
                    <a:pt x="42" y="39"/>
                    <a:pt x="33" y="49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5"/>
                    <a:pt x="39" y="0"/>
                    <a:pt x="67" y="0"/>
                  </a:cubicBezTo>
                  <a:cubicBezTo>
                    <a:pt x="115" y="0"/>
                    <a:pt x="140" y="20"/>
                    <a:pt x="140" y="59"/>
                  </a:cubicBezTo>
                  <a:cubicBezTo>
                    <a:pt x="140" y="171"/>
                    <a:pt x="140" y="171"/>
                    <a:pt x="140" y="171"/>
                  </a:cubicBezTo>
                  <a:lnTo>
                    <a:pt x="98" y="171"/>
                  </a:lnTo>
                  <a:close/>
                  <a:moveTo>
                    <a:pt x="97" y="99"/>
                  </a:moveTo>
                  <a:cubicBezTo>
                    <a:pt x="64" y="99"/>
                    <a:pt x="64" y="99"/>
                    <a:pt x="64" y="99"/>
                  </a:cubicBezTo>
                  <a:cubicBezTo>
                    <a:pt x="49" y="99"/>
                    <a:pt x="40" y="106"/>
                    <a:pt x="40" y="118"/>
                  </a:cubicBezTo>
                  <a:cubicBezTo>
                    <a:pt x="40" y="130"/>
                    <a:pt x="48" y="138"/>
                    <a:pt x="65" y="138"/>
                  </a:cubicBezTo>
                  <a:cubicBezTo>
                    <a:pt x="76" y="138"/>
                    <a:pt x="84" y="137"/>
                    <a:pt x="91" y="130"/>
                  </a:cubicBezTo>
                  <a:cubicBezTo>
                    <a:pt x="96" y="126"/>
                    <a:pt x="97" y="119"/>
                    <a:pt x="97" y="108"/>
                  </a:cubicBezTo>
                  <a:lnTo>
                    <a:pt x="97" y="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4" name="Freeform 699"/>
            <p:cNvSpPr>
              <a:spLocks/>
            </p:cNvSpPr>
            <p:nvPr/>
          </p:nvSpPr>
          <p:spPr bwMode="auto">
            <a:xfrm>
              <a:off x="2451736" y="6413294"/>
              <a:ext cx="146384" cy="103689"/>
            </a:xfrm>
            <a:custGeom>
              <a:avLst/>
              <a:gdLst>
                <a:gd name="T0" fmla="*/ 197 w 239"/>
                <a:gd name="T1" fmla="*/ 171 h 171"/>
                <a:gd name="T2" fmla="*/ 197 w 239"/>
                <a:gd name="T3" fmla="*/ 68 h 171"/>
                <a:gd name="T4" fmla="*/ 169 w 239"/>
                <a:gd name="T5" fmla="*/ 38 h 171"/>
                <a:gd name="T6" fmla="*/ 141 w 239"/>
                <a:gd name="T7" fmla="*/ 67 h 171"/>
                <a:gd name="T8" fmla="*/ 141 w 239"/>
                <a:gd name="T9" fmla="*/ 171 h 171"/>
                <a:gd name="T10" fmla="*/ 98 w 239"/>
                <a:gd name="T11" fmla="*/ 171 h 171"/>
                <a:gd name="T12" fmla="*/ 98 w 239"/>
                <a:gd name="T13" fmla="*/ 68 h 171"/>
                <a:gd name="T14" fmla="*/ 71 w 239"/>
                <a:gd name="T15" fmla="*/ 38 h 171"/>
                <a:gd name="T16" fmla="*/ 42 w 239"/>
                <a:gd name="T17" fmla="*/ 68 h 171"/>
                <a:gd name="T18" fmla="*/ 42 w 239"/>
                <a:gd name="T19" fmla="*/ 171 h 171"/>
                <a:gd name="T20" fmla="*/ 0 w 239"/>
                <a:gd name="T21" fmla="*/ 171 h 171"/>
                <a:gd name="T22" fmla="*/ 0 w 239"/>
                <a:gd name="T23" fmla="*/ 2 h 171"/>
                <a:gd name="T24" fmla="*/ 41 w 239"/>
                <a:gd name="T25" fmla="*/ 2 h 171"/>
                <a:gd name="T26" fmla="*/ 41 w 239"/>
                <a:gd name="T27" fmla="*/ 17 h 171"/>
                <a:gd name="T28" fmla="*/ 84 w 239"/>
                <a:gd name="T29" fmla="*/ 0 h 171"/>
                <a:gd name="T30" fmla="*/ 128 w 239"/>
                <a:gd name="T31" fmla="*/ 21 h 171"/>
                <a:gd name="T32" fmla="*/ 179 w 239"/>
                <a:gd name="T33" fmla="*/ 0 h 171"/>
                <a:gd name="T34" fmla="*/ 221 w 239"/>
                <a:gd name="T35" fmla="*/ 15 h 171"/>
                <a:gd name="T36" fmla="*/ 239 w 239"/>
                <a:gd name="T37" fmla="*/ 63 h 171"/>
                <a:gd name="T38" fmla="*/ 239 w 239"/>
                <a:gd name="T39" fmla="*/ 171 h 171"/>
                <a:gd name="T40" fmla="*/ 197 w 239"/>
                <a:gd name="T41" fmla="*/ 171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9" h="171">
                  <a:moveTo>
                    <a:pt x="197" y="171"/>
                  </a:moveTo>
                  <a:cubicBezTo>
                    <a:pt x="197" y="68"/>
                    <a:pt x="197" y="68"/>
                    <a:pt x="197" y="68"/>
                  </a:cubicBezTo>
                  <a:cubicBezTo>
                    <a:pt x="197" y="45"/>
                    <a:pt x="182" y="38"/>
                    <a:pt x="169" y="38"/>
                  </a:cubicBezTo>
                  <a:cubicBezTo>
                    <a:pt x="156" y="38"/>
                    <a:pt x="141" y="45"/>
                    <a:pt x="141" y="67"/>
                  </a:cubicBezTo>
                  <a:cubicBezTo>
                    <a:pt x="141" y="171"/>
                    <a:pt x="141" y="171"/>
                    <a:pt x="141" y="171"/>
                  </a:cubicBezTo>
                  <a:cubicBezTo>
                    <a:pt x="98" y="171"/>
                    <a:pt x="98" y="171"/>
                    <a:pt x="98" y="171"/>
                  </a:cubicBezTo>
                  <a:cubicBezTo>
                    <a:pt x="98" y="68"/>
                    <a:pt x="98" y="68"/>
                    <a:pt x="98" y="68"/>
                  </a:cubicBezTo>
                  <a:cubicBezTo>
                    <a:pt x="98" y="45"/>
                    <a:pt x="84" y="38"/>
                    <a:pt x="71" y="38"/>
                  </a:cubicBezTo>
                  <a:cubicBezTo>
                    <a:pt x="57" y="38"/>
                    <a:pt x="42" y="45"/>
                    <a:pt x="42" y="68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52" y="6"/>
                    <a:pt x="68" y="0"/>
                    <a:pt x="84" y="0"/>
                  </a:cubicBezTo>
                  <a:cubicBezTo>
                    <a:pt x="102" y="0"/>
                    <a:pt x="118" y="6"/>
                    <a:pt x="128" y="21"/>
                  </a:cubicBezTo>
                  <a:cubicBezTo>
                    <a:pt x="143" y="6"/>
                    <a:pt x="158" y="0"/>
                    <a:pt x="179" y="0"/>
                  </a:cubicBezTo>
                  <a:cubicBezTo>
                    <a:pt x="196" y="0"/>
                    <a:pt x="211" y="5"/>
                    <a:pt x="221" y="15"/>
                  </a:cubicBezTo>
                  <a:cubicBezTo>
                    <a:pt x="234" y="28"/>
                    <a:pt x="239" y="44"/>
                    <a:pt x="239" y="63"/>
                  </a:cubicBezTo>
                  <a:cubicBezTo>
                    <a:pt x="239" y="171"/>
                    <a:pt x="239" y="171"/>
                    <a:pt x="239" y="171"/>
                  </a:cubicBezTo>
                  <a:lnTo>
                    <a:pt x="197" y="1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5" name="Freeform 700"/>
            <p:cNvSpPr>
              <a:spLocks/>
            </p:cNvSpPr>
            <p:nvPr/>
          </p:nvSpPr>
          <p:spPr bwMode="auto">
            <a:xfrm>
              <a:off x="2613367" y="6407195"/>
              <a:ext cx="94541" cy="109788"/>
            </a:xfrm>
            <a:custGeom>
              <a:avLst/>
              <a:gdLst>
                <a:gd name="T0" fmla="*/ 20 w 31"/>
                <a:gd name="T1" fmla="*/ 36 h 36"/>
                <a:gd name="T2" fmla="*/ 12 w 31"/>
                <a:gd name="T3" fmla="*/ 21 h 36"/>
                <a:gd name="T4" fmla="*/ 8 w 31"/>
                <a:gd name="T5" fmla="*/ 25 h 36"/>
                <a:gd name="T6" fmla="*/ 8 w 31"/>
                <a:gd name="T7" fmla="*/ 36 h 36"/>
                <a:gd name="T8" fmla="*/ 0 w 31"/>
                <a:gd name="T9" fmla="*/ 36 h 36"/>
                <a:gd name="T10" fmla="*/ 0 w 31"/>
                <a:gd name="T11" fmla="*/ 0 h 36"/>
                <a:gd name="T12" fmla="*/ 8 w 31"/>
                <a:gd name="T13" fmla="*/ 0 h 36"/>
                <a:gd name="T14" fmla="*/ 8 w 31"/>
                <a:gd name="T15" fmla="*/ 16 h 36"/>
                <a:gd name="T16" fmla="*/ 20 w 31"/>
                <a:gd name="T17" fmla="*/ 2 h 36"/>
                <a:gd name="T18" fmla="*/ 30 w 31"/>
                <a:gd name="T19" fmla="*/ 2 h 36"/>
                <a:gd name="T20" fmla="*/ 18 w 31"/>
                <a:gd name="T21" fmla="*/ 15 h 36"/>
                <a:gd name="T22" fmla="*/ 31 w 31"/>
                <a:gd name="T23" fmla="*/ 36 h 36"/>
                <a:gd name="T24" fmla="*/ 20 w 31"/>
                <a:gd name="T2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36">
                  <a:moveTo>
                    <a:pt x="20" y="36"/>
                  </a:moveTo>
                  <a:lnTo>
                    <a:pt x="12" y="21"/>
                  </a:lnTo>
                  <a:lnTo>
                    <a:pt x="8" y="25"/>
                  </a:lnTo>
                  <a:lnTo>
                    <a:pt x="8" y="36"/>
                  </a:lnTo>
                  <a:lnTo>
                    <a:pt x="0" y="36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16"/>
                  </a:lnTo>
                  <a:lnTo>
                    <a:pt x="20" y="2"/>
                  </a:lnTo>
                  <a:lnTo>
                    <a:pt x="30" y="2"/>
                  </a:lnTo>
                  <a:lnTo>
                    <a:pt x="18" y="15"/>
                  </a:lnTo>
                  <a:lnTo>
                    <a:pt x="31" y="36"/>
                  </a:lnTo>
                  <a:lnTo>
                    <a:pt x="20" y="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37" name="Freeform 701"/>
            <p:cNvSpPr>
              <a:spLocks noEditPoints="1"/>
            </p:cNvSpPr>
            <p:nvPr/>
          </p:nvSpPr>
          <p:spPr bwMode="auto">
            <a:xfrm>
              <a:off x="2701808" y="6413294"/>
              <a:ext cx="88441" cy="103689"/>
            </a:xfrm>
            <a:custGeom>
              <a:avLst/>
              <a:gdLst>
                <a:gd name="T0" fmla="*/ 124 w 143"/>
                <a:gd name="T1" fmla="*/ 152 h 173"/>
                <a:gd name="T2" fmla="*/ 72 w 143"/>
                <a:gd name="T3" fmla="*/ 173 h 173"/>
                <a:gd name="T4" fmla="*/ 19 w 143"/>
                <a:gd name="T5" fmla="*/ 152 h 173"/>
                <a:gd name="T6" fmla="*/ 0 w 143"/>
                <a:gd name="T7" fmla="*/ 86 h 173"/>
                <a:gd name="T8" fmla="*/ 19 w 143"/>
                <a:gd name="T9" fmla="*/ 20 h 173"/>
                <a:gd name="T10" fmla="*/ 72 w 143"/>
                <a:gd name="T11" fmla="*/ 0 h 173"/>
                <a:gd name="T12" fmla="*/ 124 w 143"/>
                <a:gd name="T13" fmla="*/ 20 h 173"/>
                <a:gd name="T14" fmla="*/ 143 w 143"/>
                <a:gd name="T15" fmla="*/ 86 h 173"/>
                <a:gd name="T16" fmla="*/ 124 w 143"/>
                <a:gd name="T17" fmla="*/ 152 h 173"/>
                <a:gd name="T18" fmla="*/ 91 w 143"/>
                <a:gd name="T19" fmla="*/ 45 h 173"/>
                <a:gd name="T20" fmla="*/ 72 w 143"/>
                <a:gd name="T21" fmla="*/ 38 h 173"/>
                <a:gd name="T22" fmla="*/ 52 w 143"/>
                <a:gd name="T23" fmla="*/ 45 h 173"/>
                <a:gd name="T24" fmla="*/ 42 w 143"/>
                <a:gd name="T25" fmla="*/ 86 h 173"/>
                <a:gd name="T26" fmla="*/ 52 w 143"/>
                <a:gd name="T27" fmla="*/ 127 h 173"/>
                <a:gd name="T28" fmla="*/ 72 w 143"/>
                <a:gd name="T29" fmla="*/ 135 h 173"/>
                <a:gd name="T30" fmla="*/ 91 w 143"/>
                <a:gd name="T31" fmla="*/ 127 h 173"/>
                <a:gd name="T32" fmla="*/ 101 w 143"/>
                <a:gd name="T33" fmla="*/ 86 h 173"/>
                <a:gd name="T34" fmla="*/ 91 w 143"/>
                <a:gd name="T35" fmla="*/ 4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3" h="173">
                  <a:moveTo>
                    <a:pt x="124" y="152"/>
                  </a:moveTo>
                  <a:cubicBezTo>
                    <a:pt x="114" y="163"/>
                    <a:pt x="97" y="173"/>
                    <a:pt x="72" y="173"/>
                  </a:cubicBezTo>
                  <a:cubicBezTo>
                    <a:pt x="47" y="173"/>
                    <a:pt x="30" y="163"/>
                    <a:pt x="19" y="152"/>
                  </a:cubicBezTo>
                  <a:cubicBezTo>
                    <a:pt x="4" y="136"/>
                    <a:pt x="0" y="117"/>
                    <a:pt x="0" y="86"/>
                  </a:cubicBezTo>
                  <a:cubicBezTo>
                    <a:pt x="0" y="55"/>
                    <a:pt x="4" y="36"/>
                    <a:pt x="19" y="20"/>
                  </a:cubicBezTo>
                  <a:cubicBezTo>
                    <a:pt x="30" y="9"/>
                    <a:pt x="47" y="0"/>
                    <a:pt x="72" y="0"/>
                  </a:cubicBezTo>
                  <a:cubicBezTo>
                    <a:pt x="97" y="0"/>
                    <a:pt x="114" y="9"/>
                    <a:pt x="124" y="20"/>
                  </a:cubicBezTo>
                  <a:cubicBezTo>
                    <a:pt x="139" y="36"/>
                    <a:pt x="143" y="55"/>
                    <a:pt x="143" y="86"/>
                  </a:cubicBezTo>
                  <a:cubicBezTo>
                    <a:pt x="143" y="117"/>
                    <a:pt x="139" y="136"/>
                    <a:pt x="124" y="152"/>
                  </a:cubicBezTo>
                  <a:close/>
                  <a:moveTo>
                    <a:pt x="91" y="45"/>
                  </a:moveTo>
                  <a:cubicBezTo>
                    <a:pt x="87" y="40"/>
                    <a:pt x="80" y="38"/>
                    <a:pt x="72" y="38"/>
                  </a:cubicBezTo>
                  <a:cubicBezTo>
                    <a:pt x="63" y="38"/>
                    <a:pt x="57" y="40"/>
                    <a:pt x="52" y="45"/>
                  </a:cubicBezTo>
                  <a:cubicBezTo>
                    <a:pt x="43" y="54"/>
                    <a:pt x="42" y="68"/>
                    <a:pt x="42" y="86"/>
                  </a:cubicBezTo>
                  <a:cubicBezTo>
                    <a:pt x="42" y="104"/>
                    <a:pt x="43" y="118"/>
                    <a:pt x="52" y="127"/>
                  </a:cubicBezTo>
                  <a:cubicBezTo>
                    <a:pt x="57" y="132"/>
                    <a:pt x="63" y="135"/>
                    <a:pt x="72" y="135"/>
                  </a:cubicBezTo>
                  <a:cubicBezTo>
                    <a:pt x="80" y="135"/>
                    <a:pt x="87" y="132"/>
                    <a:pt x="91" y="127"/>
                  </a:cubicBezTo>
                  <a:cubicBezTo>
                    <a:pt x="100" y="118"/>
                    <a:pt x="101" y="104"/>
                    <a:pt x="101" y="86"/>
                  </a:cubicBezTo>
                  <a:cubicBezTo>
                    <a:pt x="101" y="68"/>
                    <a:pt x="100" y="54"/>
                    <a:pt x="91" y="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62" name="Freeform 702"/>
            <p:cNvSpPr>
              <a:spLocks noEditPoints="1"/>
            </p:cNvSpPr>
            <p:nvPr/>
          </p:nvSpPr>
          <p:spPr bwMode="auto">
            <a:xfrm>
              <a:off x="2802446" y="6413294"/>
              <a:ext cx="88441" cy="103689"/>
            </a:xfrm>
            <a:custGeom>
              <a:avLst/>
              <a:gdLst>
                <a:gd name="T0" fmla="*/ 124 w 143"/>
                <a:gd name="T1" fmla="*/ 152 h 173"/>
                <a:gd name="T2" fmla="*/ 71 w 143"/>
                <a:gd name="T3" fmla="*/ 173 h 173"/>
                <a:gd name="T4" fmla="*/ 19 w 143"/>
                <a:gd name="T5" fmla="*/ 152 h 173"/>
                <a:gd name="T6" fmla="*/ 0 w 143"/>
                <a:gd name="T7" fmla="*/ 86 h 173"/>
                <a:gd name="T8" fmla="*/ 19 w 143"/>
                <a:gd name="T9" fmla="*/ 20 h 173"/>
                <a:gd name="T10" fmla="*/ 71 w 143"/>
                <a:gd name="T11" fmla="*/ 0 h 173"/>
                <a:gd name="T12" fmla="*/ 124 w 143"/>
                <a:gd name="T13" fmla="*/ 20 h 173"/>
                <a:gd name="T14" fmla="*/ 143 w 143"/>
                <a:gd name="T15" fmla="*/ 86 h 173"/>
                <a:gd name="T16" fmla="*/ 124 w 143"/>
                <a:gd name="T17" fmla="*/ 152 h 173"/>
                <a:gd name="T18" fmla="*/ 91 w 143"/>
                <a:gd name="T19" fmla="*/ 45 h 173"/>
                <a:gd name="T20" fmla="*/ 71 w 143"/>
                <a:gd name="T21" fmla="*/ 38 h 173"/>
                <a:gd name="T22" fmla="*/ 52 w 143"/>
                <a:gd name="T23" fmla="*/ 45 h 173"/>
                <a:gd name="T24" fmla="*/ 42 w 143"/>
                <a:gd name="T25" fmla="*/ 86 h 173"/>
                <a:gd name="T26" fmla="*/ 52 w 143"/>
                <a:gd name="T27" fmla="*/ 127 h 173"/>
                <a:gd name="T28" fmla="*/ 71 w 143"/>
                <a:gd name="T29" fmla="*/ 135 h 173"/>
                <a:gd name="T30" fmla="*/ 91 w 143"/>
                <a:gd name="T31" fmla="*/ 127 h 173"/>
                <a:gd name="T32" fmla="*/ 101 w 143"/>
                <a:gd name="T33" fmla="*/ 86 h 173"/>
                <a:gd name="T34" fmla="*/ 91 w 143"/>
                <a:gd name="T35" fmla="*/ 45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3" h="173">
                  <a:moveTo>
                    <a:pt x="124" y="152"/>
                  </a:moveTo>
                  <a:cubicBezTo>
                    <a:pt x="113" y="163"/>
                    <a:pt x="96" y="173"/>
                    <a:pt x="71" y="173"/>
                  </a:cubicBezTo>
                  <a:cubicBezTo>
                    <a:pt x="46" y="173"/>
                    <a:pt x="29" y="163"/>
                    <a:pt x="19" y="152"/>
                  </a:cubicBezTo>
                  <a:cubicBezTo>
                    <a:pt x="4" y="136"/>
                    <a:pt x="0" y="117"/>
                    <a:pt x="0" y="86"/>
                  </a:cubicBezTo>
                  <a:cubicBezTo>
                    <a:pt x="0" y="55"/>
                    <a:pt x="4" y="36"/>
                    <a:pt x="19" y="20"/>
                  </a:cubicBezTo>
                  <a:cubicBezTo>
                    <a:pt x="29" y="9"/>
                    <a:pt x="46" y="0"/>
                    <a:pt x="71" y="0"/>
                  </a:cubicBezTo>
                  <a:cubicBezTo>
                    <a:pt x="96" y="0"/>
                    <a:pt x="113" y="9"/>
                    <a:pt x="124" y="20"/>
                  </a:cubicBezTo>
                  <a:cubicBezTo>
                    <a:pt x="139" y="36"/>
                    <a:pt x="143" y="55"/>
                    <a:pt x="143" y="86"/>
                  </a:cubicBezTo>
                  <a:cubicBezTo>
                    <a:pt x="143" y="117"/>
                    <a:pt x="139" y="136"/>
                    <a:pt x="124" y="152"/>
                  </a:cubicBezTo>
                  <a:close/>
                  <a:moveTo>
                    <a:pt x="91" y="45"/>
                  </a:moveTo>
                  <a:cubicBezTo>
                    <a:pt x="86" y="40"/>
                    <a:pt x="79" y="38"/>
                    <a:pt x="71" y="38"/>
                  </a:cubicBezTo>
                  <a:cubicBezTo>
                    <a:pt x="63" y="38"/>
                    <a:pt x="56" y="40"/>
                    <a:pt x="52" y="45"/>
                  </a:cubicBezTo>
                  <a:cubicBezTo>
                    <a:pt x="43" y="54"/>
                    <a:pt x="42" y="68"/>
                    <a:pt x="42" y="86"/>
                  </a:cubicBezTo>
                  <a:cubicBezTo>
                    <a:pt x="42" y="104"/>
                    <a:pt x="43" y="118"/>
                    <a:pt x="52" y="127"/>
                  </a:cubicBezTo>
                  <a:cubicBezTo>
                    <a:pt x="56" y="132"/>
                    <a:pt x="63" y="135"/>
                    <a:pt x="71" y="135"/>
                  </a:cubicBezTo>
                  <a:cubicBezTo>
                    <a:pt x="79" y="135"/>
                    <a:pt x="86" y="132"/>
                    <a:pt x="91" y="127"/>
                  </a:cubicBezTo>
                  <a:cubicBezTo>
                    <a:pt x="100" y="118"/>
                    <a:pt x="101" y="104"/>
                    <a:pt x="101" y="86"/>
                  </a:cubicBezTo>
                  <a:cubicBezTo>
                    <a:pt x="101" y="68"/>
                    <a:pt x="100" y="54"/>
                    <a:pt x="91" y="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28B40D45-508A-187C-1332-6FB66FD2FA67}"/>
                </a:ext>
              </a:extLst>
            </p:cNvPr>
            <p:cNvGrpSpPr/>
            <p:nvPr/>
          </p:nvGrpSpPr>
          <p:grpSpPr>
            <a:xfrm>
              <a:off x="2832943" y="6157123"/>
              <a:ext cx="259222" cy="393405"/>
              <a:chOff x="2869965" y="3713137"/>
              <a:chExt cx="259222" cy="393405"/>
            </a:xfrm>
          </p:grpSpPr>
          <p:sp>
            <p:nvSpPr>
              <p:cNvPr id="64" name="Freeform 703"/>
              <p:cNvSpPr>
                <a:spLocks/>
              </p:cNvSpPr>
              <p:nvPr/>
            </p:nvSpPr>
            <p:spPr bwMode="auto">
              <a:xfrm>
                <a:off x="2930958" y="3966258"/>
                <a:ext cx="79291" cy="140284"/>
              </a:xfrm>
              <a:custGeom>
                <a:avLst/>
                <a:gdLst>
                  <a:gd name="T0" fmla="*/ 0 w 131"/>
                  <a:gd name="T1" fmla="*/ 221 h 231"/>
                  <a:gd name="T2" fmla="*/ 120 w 131"/>
                  <a:gd name="T3" fmla="*/ 19 h 231"/>
                  <a:gd name="T4" fmla="*/ 120 w 131"/>
                  <a:gd name="T5" fmla="*/ 2 h 231"/>
                  <a:gd name="T6" fmla="*/ 130 w 131"/>
                  <a:gd name="T7" fmla="*/ 0 h 231"/>
                  <a:gd name="T8" fmla="*/ 131 w 131"/>
                  <a:gd name="T9" fmla="*/ 19 h 231"/>
                  <a:gd name="T10" fmla="*/ 4 w 131"/>
                  <a:gd name="T11" fmla="*/ 231 h 231"/>
                  <a:gd name="T12" fmla="*/ 0 w 131"/>
                  <a:gd name="T13" fmla="*/ 221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1" h="231">
                    <a:moveTo>
                      <a:pt x="0" y="221"/>
                    </a:moveTo>
                    <a:cubicBezTo>
                      <a:pt x="107" y="166"/>
                      <a:pt x="120" y="61"/>
                      <a:pt x="120" y="19"/>
                    </a:cubicBezTo>
                    <a:cubicBezTo>
                      <a:pt x="120" y="8"/>
                      <a:pt x="120" y="2"/>
                      <a:pt x="120" y="2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30" y="1"/>
                      <a:pt x="131" y="8"/>
                      <a:pt x="131" y="19"/>
                    </a:cubicBezTo>
                    <a:cubicBezTo>
                      <a:pt x="130" y="63"/>
                      <a:pt x="118" y="173"/>
                      <a:pt x="4" y="231"/>
                    </a:cubicBezTo>
                    <a:lnTo>
                      <a:pt x="0" y="221"/>
                    </a:ln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5" name="Freeform 704"/>
              <p:cNvSpPr>
                <a:spLocks/>
              </p:cNvSpPr>
              <p:nvPr/>
            </p:nvSpPr>
            <p:spPr bwMode="auto">
              <a:xfrm>
                <a:off x="2873015" y="3768031"/>
                <a:ext cx="60993" cy="64044"/>
              </a:xfrm>
              <a:custGeom>
                <a:avLst/>
                <a:gdLst>
                  <a:gd name="T0" fmla="*/ 72 w 103"/>
                  <a:gd name="T1" fmla="*/ 44 h 103"/>
                  <a:gd name="T2" fmla="*/ 51 w 103"/>
                  <a:gd name="T3" fmla="*/ 0 h 103"/>
                  <a:gd name="T4" fmla="*/ 28 w 103"/>
                  <a:gd name="T5" fmla="*/ 8 h 103"/>
                  <a:gd name="T6" fmla="*/ 55 w 103"/>
                  <a:gd name="T7" fmla="*/ 61 h 103"/>
                  <a:gd name="T8" fmla="*/ 0 w 103"/>
                  <a:gd name="T9" fmla="*/ 82 h 103"/>
                  <a:gd name="T10" fmla="*/ 12 w 103"/>
                  <a:gd name="T11" fmla="*/ 103 h 103"/>
                  <a:gd name="T12" fmla="*/ 63 w 103"/>
                  <a:gd name="T13" fmla="*/ 83 h 103"/>
                  <a:gd name="T14" fmla="*/ 95 w 103"/>
                  <a:gd name="T15" fmla="*/ 89 h 103"/>
                  <a:gd name="T16" fmla="*/ 103 w 103"/>
                  <a:gd name="T17" fmla="*/ 67 h 103"/>
                  <a:gd name="T18" fmla="*/ 72 w 103"/>
                  <a:gd name="T19" fmla="*/ 44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3" h="103">
                    <a:moveTo>
                      <a:pt x="72" y="44"/>
                    </a:moveTo>
                    <a:cubicBezTo>
                      <a:pt x="63" y="34"/>
                      <a:pt x="56" y="20"/>
                      <a:pt x="51" y="0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8"/>
                      <a:pt x="35" y="38"/>
                      <a:pt x="55" y="61"/>
                    </a:cubicBezTo>
                    <a:cubicBezTo>
                      <a:pt x="55" y="61"/>
                      <a:pt x="29" y="62"/>
                      <a:pt x="0" y="82"/>
                    </a:cubicBezTo>
                    <a:cubicBezTo>
                      <a:pt x="12" y="103"/>
                      <a:pt x="12" y="103"/>
                      <a:pt x="12" y="103"/>
                    </a:cubicBezTo>
                    <a:cubicBezTo>
                      <a:pt x="12" y="103"/>
                      <a:pt x="33" y="84"/>
                      <a:pt x="63" y="83"/>
                    </a:cubicBezTo>
                    <a:cubicBezTo>
                      <a:pt x="73" y="83"/>
                      <a:pt x="84" y="85"/>
                      <a:pt x="95" y="89"/>
                    </a:cubicBezTo>
                    <a:cubicBezTo>
                      <a:pt x="103" y="67"/>
                      <a:pt x="103" y="67"/>
                      <a:pt x="103" y="67"/>
                    </a:cubicBezTo>
                    <a:cubicBezTo>
                      <a:pt x="103" y="67"/>
                      <a:pt x="87" y="62"/>
                      <a:pt x="72" y="44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6" name="Freeform 705"/>
              <p:cNvSpPr>
                <a:spLocks/>
              </p:cNvSpPr>
              <p:nvPr/>
            </p:nvSpPr>
            <p:spPr bwMode="auto">
              <a:xfrm>
                <a:off x="2912660" y="3722285"/>
                <a:ext cx="60993" cy="64044"/>
              </a:xfrm>
              <a:custGeom>
                <a:avLst/>
                <a:gdLst>
                  <a:gd name="T0" fmla="*/ 82 w 99"/>
                  <a:gd name="T1" fmla="*/ 53 h 104"/>
                  <a:gd name="T2" fmla="*/ 85 w 99"/>
                  <a:gd name="T3" fmla="*/ 5 h 104"/>
                  <a:gd name="T4" fmla="*/ 61 w 99"/>
                  <a:gd name="T5" fmla="*/ 0 h 104"/>
                  <a:gd name="T6" fmla="*/ 59 w 99"/>
                  <a:gd name="T7" fmla="*/ 60 h 104"/>
                  <a:gd name="T8" fmla="*/ 0 w 99"/>
                  <a:gd name="T9" fmla="*/ 52 h 104"/>
                  <a:gd name="T10" fmla="*/ 1 w 99"/>
                  <a:gd name="T11" fmla="*/ 76 h 104"/>
                  <a:gd name="T12" fmla="*/ 56 w 99"/>
                  <a:gd name="T13" fmla="*/ 83 h 104"/>
                  <a:gd name="T14" fmla="*/ 80 w 99"/>
                  <a:gd name="T15" fmla="*/ 104 h 104"/>
                  <a:gd name="T16" fmla="*/ 99 w 99"/>
                  <a:gd name="T17" fmla="*/ 88 h 104"/>
                  <a:gd name="T18" fmla="*/ 82 w 99"/>
                  <a:gd name="T19" fmla="*/ 5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104">
                    <a:moveTo>
                      <a:pt x="82" y="53"/>
                    </a:moveTo>
                    <a:cubicBezTo>
                      <a:pt x="79" y="40"/>
                      <a:pt x="80" y="24"/>
                      <a:pt x="85" y="5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52" y="31"/>
                      <a:pt x="59" y="60"/>
                    </a:cubicBezTo>
                    <a:cubicBezTo>
                      <a:pt x="59" y="60"/>
                      <a:pt x="36" y="49"/>
                      <a:pt x="0" y="52"/>
                    </a:cubicBezTo>
                    <a:cubicBezTo>
                      <a:pt x="1" y="76"/>
                      <a:pt x="1" y="76"/>
                      <a:pt x="1" y="76"/>
                    </a:cubicBezTo>
                    <a:cubicBezTo>
                      <a:pt x="1" y="76"/>
                      <a:pt x="28" y="70"/>
                      <a:pt x="56" y="83"/>
                    </a:cubicBezTo>
                    <a:cubicBezTo>
                      <a:pt x="64" y="88"/>
                      <a:pt x="73" y="95"/>
                      <a:pt x="80" y="104"/>
                    </a:cubicBezTo>
                    <a:cubicBezTo>
                      <a:pt x="99" y="88"/>
                      <a:pt x="99" y="88"/>
                      <a:pt x="99" y="88"/>
                    </a:cubicBezTo>
                    <a:cubicBezTo>
                      <a:pt x="99" y="88"/>
                      <a:pt x="87" y="76"/>
                      <a:pt x="82" y="53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7" name="Freeform 706"/>
              <p:cNvSpPr>
                <a:spLocks/>
              </p:cNvSpPr>
              <p:nvPr/>
            </p:nvSpPr>
            <p:spPr bwMode="auto">
              <a:xfrm>
                <a:off x="2973653" y="3713137"/>
                <a:ext cx="67093" cy="57944"/>
              </a:xfrm>
              <a:custGeom>
                <a:avLst/>
                <a:gdLst>
                  <a:gd name="T0" fmla="*/ 75 w 111"/>
                  <a:gd name="T1" fmla="*/ 57 h 94"/>
                  <a:gd name="T2" fmla="*/ 111 w 111"/>
                  <a:gd name="T3" fmla="*/ 23 h 94"/>
                  <a:gd name="T4" fmla="*/ 96 w 111"/>
                  <a:gd name="T5" fmla="*/ 3 h 94"/>
                  <a:gd name="T6" fmla="*/ 54 w 111"/>
                  <a:gd name="T7" fmla="*/ 46 h 94"/>
                  <a:gd name="T8" fmla="*/ 16 w 111"/>
                  <a:gd name="T9" fmla="*/ 0 h 94"/>
                  <a:gd name="T10" fmla="*/ 0 w 111"/>
                  <a:gd name="T11" fmla="*/ 18 h 94"/>
                  <a:gd name="T12" fmla="*/ 36 w 111"/>
                  <a:gd name="T13" fmla="*/ 61 h 94"/>
                  <a:gd name="T14" fmla="*/ 40 w 111"/>
                  <a:gd name="T15" fmla="*/ 93 h 94"/>
                  <a:gd name="T16" fmla="*/ 64 w 111"/>
                  <a:gd name="T17" fmla="*/ 94 h 94"/>
                  <a:gd name="T18" fmla="*/ 75 w 111"/>
                  <a:gd name="T19" fmla="*/ 57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1" h="94">
                    <a:moveTo>
                      <a:pt x="75" y="57"/>
                    </a:moveTo>
                    <a:cubicBezTo>
                      <a:pt x="82" y="45"/>
                      <a:pt x="94" y="34"/>
                      <a:pt x="111" y="23"/>
                    </a:cubicBezTo>
                    <a:cubicBezTo>
                      <a:pt x="96" y="3"/>
                      <a:pt x="96" y="3"/>
                      <a:pt x="96" y="3"/>
                    </a:cubicBezTo>
                    <a:cubicBezTo>
                      <a:pt x="96" y="3"/>
                      <a:pt x="69" y="20"/>
                      <a:pt x="54" y="46"/>
                    </a:cubicBezTo>
                    <a:cubicBezTo>
                      <a:pt x="54" y="46"/>
                      <a:pt x="44" y="22"/>
                      <a:pt x="16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25" y="32"/>
                      <a:pt x="36" y="61"/>
                    </a:cubicBezTo>
                    <a:cubicBezTo>
                      <a:pt x="39" y="70"/>
                      <a:pt x="41" y="81"/>
                      <a:pt x="40" y="93"/>
                    </a:cubicBezTo>
                    <a:cubicBezTo>
                      <a:pt x="64" y="94"/>
                      <a:pt x="64" y="94"/>
                      <a:pt x="64" y="94"/>
                    </a:cubicBezTo>
                    <a:cubicBezTo>
                      <a:pt x="64" y="94"/>
                      <a:pt x="64" y="76"/>
                      <a:pt x="75" y="57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8" name="Freeform 707"/>
              <p:cNvSpPr>
                <a:spLocks/>
              </p:cNvSpPr>
              <p:nvPr/>
            </p:nvSpPr>
            <p:spPr bwMode="auto">
              <a:xfrm>
                <a:off x="3037697" y="3737534"/>
                <a:ext cx="64044" cy="60993"/>
              </a:xfrm>
              <a:custGeom>
                <a:avLst/>
                <a:gdLst>
                  <a:gd name="T0" fmla="*/ 61 w 105"/>
                  <a:gd name="T1" fmla="*/ 72 h 103"/>
                  <a:gd name="T2" fmla="*/ 105 w 105"/>
                  <a:gd name="T3" fmla="*/ 50 h 103"/>
                  <a:gd name="T4" fmla="*/ 96 w 105"/>
                  <a:gd name="T5" fmla="*/ 27 h 103"/>
                  <a:gd name="T6" fmla="*/ 44 w 105"/>
                  <a:gd name="T7" fmla="*/ 55 h 103"/>
                  <a:gd name="T8" fmla="*/ 21 w 105"/>
                  <a:gd name="T9" fmla="*/ 0 h 103"/>
                  <a:gd name="T10" fmla="*/ 0 w 105"/>
                  <a:gd name="T11" fmla="*/ 13 h 103"/>
                  <a:gd name="T12" fmla="*/ 22 w 105"/>
                  <a:gd name="T13" fmla="*/ 64 h 103"/>
                  <a:gd name="T14" fmla="*/ 17 w 105"/>
                  <a:gd name="T15" fmla="*/ 95 h 103"/>
                  <a:gd name="T16" fmla="*/ 39 w 105"/>
                  <a:gd name="T17" fmla="*/ 103 h 103"/>
                  <a:gd name="T18" fmla="*/ 61 w 105"/>
                  <a:gd name="T19" fmla="*/ 72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" h="103">
                    <a:moveTo>
                      <a:pt x="61" y="72"/>
                    </a:moveTo>
                    <a:cubicBezTo>
                      <a:pt x="71" y="63"/>
                      <a:pt x="85" y="55"/>
                      <a:pt x="105" y="50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6" y="27"/>
                      <a:pt x="66" y="34"/>
                      <a:pt x="44" y="55"/>
                    </a:cubicBezTo>
                    <a:cubicBezTo>
                      <a:pt x="44" y="55"/>
                      <a:pt x="42" y="29"/>
                      <a:pt x="21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20" y="33"/>
                      <a:pt x="22" y="64"/>
                    </a:cubicBezTo>
                    <a:cubicBezTo>
                      <a:pt x="23" y="73"/>
                      <a:pt x="21" y="84"/>
                      <a:pt x="17" y="95"/>
                    </a:cubicBezTo>
                    <a:cubicBezTo>
                      <a:pt x="39" y="103"/>
                      <a:pt x="39" y="103"/>
                      <a:pt x="39" y="103"/>
                    </a:cubicBezTo>
                    <a:cubicBezTo>
                      <a:pt x="39" y="103"/>
                      <a:pt x="44" y="87"/>
                      <a:pt x="61" y="72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69" name="Freeform 708"/>
              <p:cNvSpPr>
                <a:spLocks/>
              </p:cNvSpPr>
              <p:nvPr/>
            </p:nvSpPr>
            <p:spPr bwMode="auto">
              <a:xfrm>
                <a:off x="3068194" y="3780229"/>
                <a:ext cx="60993" cy="64044"/>
              </a:xfrm>
              <a:custGeom>
                <a:avLst/>
                <a:gdLst>
                  <a:gd name="T0" fmla="*/ 44 w 101"/>
                  <a:gd name="T1" fmla="*/ 82 h 108"/>
                  <a:gd name="T2" fmla="*/ 85 w 101"/>
                  <a:gd name="T3" fmla="*/ 108 h 108"/>
                  <a:gd name="T4" fmla="*/ 101 w 101"/>
                  <a:gd name="T5" fmla="*/ 89 h 108"/>
                  <a:gd name="T6" fmla="*/ 49 w 101"/>
                  <a:gd name="T7" fmla="*/ 59 h 108"/>
                  <a:gd name="T8" fmla="*/ 84 w 101"/>
                  <a:gd name="T9" fmla="*/ 11 h 108"/>
                  <a:gd name="T10" fmla="*/ 62 w 101"/>
                  <a:gd name="T11" fmla="*/ 0 h 108"/>
                  <a:gd name="T12" fmla="*/ 30 w 101"/>
                  <a:gd name="T13" fmla="*/ 45 h 108"/>
                  <a:gd name="T14" fmla="*/ 0 w 101"/>
                  <a:gd name="T15" fmla="*/ 57 h 108"/>
                  <a:gd name="T16" fmla="*/ 5 w 101"/>
                  <a:gd name="T17" fmla="*/ 81 h 108"/>
                  <a:gd name="T18" fmla="*/ 44 w 101"/>
                  <a:gd name="T19" fmla="*/ 82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" h="108">
                    <a:moveTo>
                      <a:pt x="44" y="82"/>
                    </a:moveTo>
                    <a:cubicBezTo>
                      <a:pt x="57" y="86"/>
                      <a:pt x="71" y="94"/>
                      <a:pt x="85" y="108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1" y="89"/>
                      <a:pt x="78" y="67"/>
                      <a:pt x="49" y="59"/>
                    </a:cubicBezTo>
                    <a:cubicBezTo>
                      <a:pt x="49" y="59"/>
                      <a:pt x="70" y="44"/>
                      <a:pt x="84" y="11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2" y="0"/>
                      <a:pt x="55" y="27"/>
                      <a:pt x="30" y="45"/>
                    </a:cubicBezTo>
                    <a:cubicBezTo>
                      <a:pt x="22" y="50"/>
                      <a:pt x="12" y="55"/>
                      <a:pt x="0" y="57"/>
                    </a:cubicBezTo>
                    <a:cubicBezTo>
                      <a:pt x="5" y="81"/>
                      <a:pt x="5" y="81"/>
                      <a:pt x="5" y="81"/>
                    </a:cubicBezTo>
                    <a:cubicBezTo>
                      <a:pt x="5" y="81"/>
                      <a:pt x="22" y="76"/>
                      <a:pt x="44" y="82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0" name="Freeform 709"/>
              <p:cNvSpPr>
                <a:spLocks/>
              </p:cNvSpPr>
              <p:nvPr/>
            </p:nvSpPr>
            <p:spPr bwMode="auto">
              <a:xfrm>
                <a:off x="3055995" y="3844272"/>
                <a:ext cx="57944" cy="67092"/>
              </a:xfrm>
              <a:custGeom>
                <a:avLst/>
                <a:gdLst>
                  <a:gd name="T0" fmla="*/ 38 w 92"/>
                  <a:gd name="T1" fmla="*/ 77 h 110"/>
                  <a:gd name="T2" fmla="*/ 74 w 92"/>
                  <a:gd name="T3" fmla="*/ 110 h 110"/>
                  <a:gd name="T4" fmla="*/ 92 w 92"/>
                  <a:gd name="T5" fmla="*/ 94 h 110"/>
                  <a:gd name="T6" fmla="*/ 48 w 92"/>
                  <a:gd name="T7" fmla="*/ 56 h 110"/>
                  <a:gd name="T8" fmla="*/ 91 w 92"/>
                  <a:gd name="T9" fmla="*/ 15 h 110"/>
                  <a:gd name="T10" fmla="*/ 71 w 92"/>
                  <a:gd name="T11" fmla="*/ 0 h 110"/>
                  <a:gd name="T12" fmla="*/ 31 w 92"/>
                  <a:gd name="T13" fmla="*/ 38 h 110"/>
                  <a:gd name="T14" fmla="*/ 0 w 92"/>
                  <a:gd name="T15" fmla="*/ 45 h 110"/>
                  <a:gd name="T16" fmla="*/ 0 w 92"/>
                  <a:gd name="T17" fmla="*/ 69 h 110"/>
                  <a:gd name="T18" fmla="*/ 38 w 92"/>
                  <a:gd name="T19" fmla="*/ 77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2" h="110">
                    <a:moveTo>
                      <a:pt x="38" y="77"/>
                    </a:moveTo>
                    <a:cubicBezTo>
                      <a:pt x="50" y="84"/>
                      <a:pt x="62" y="94"/>
                      <a:pt x="74" y="110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92" y="94"/>
                      <a:pt x="74" y="69"/>
                      <a:pt x="48" y="56"/>
                    </a:cubicBezTo>
                    <a:cubicBezTo>
                      <a:pt x="48" y="56"/>
                      <a:pt x="71" y="44"/>
                      <a:pt x="91" y="15"/>
                    </a:cubicBezTo>
                    <a:cubicBezTo>
                      <a:pt x="71" y="0"/>
                      <a:pt x="71" y="0"/>
                      <a:pt x="71" y="0"/>
                    </a:cubicBezTo>
                    <a:cubicBezTo>
                      <a:pt x="71" y="0"/>
                      <a:pt x="59" y="25"/>
                      <a:pt x="31" y="38"/>
                    </a:cubicBezTo>
                    <a:cubicBezTo>
                      <a:pt x="22" y="42"/>
                      <a:pt x="12" y="44"/>
                      <a:pt x="0" y="45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69"/>
                      <a:pt x="18" y="67"/>
                      <a:pt x="38" y="77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1" name="Freeform 710"/>
              <p:cNvSpPr>
                <a:spLocks/>
              </p:cNvSpPr>
              <p:nvPr/>
            </p:nvSpPr>
            <p:spPr bwMode="auto">
              <a:xfrm>
                <a:off x="3031598" y="3896117"/>
                <a:ext cx="57944" cy="64044"/>
              </a:xfrm>
              <a:custGeom>
                <a:avLst/>
                <a:gdLst>
                  <a:gd name="T0" fmla="*/ 12 w 96"/>
                  <a:gd name="T1" fmla="*/ 50 h 105"/>
                  <a:gd name="T2" fmla="*/ 3 w 96"/>
                  <a:gd name="T3" fmla="*/ 97 h 105"/>
                  <a:gd name="T4" fmla="*/ 26 w 96"/>
                  <a:gd name="T5" fmla="*/ 105 h 105"/>
                  <a:gd name="T6" fmla="*/ 36 w 96"/>
                  <a:gd name="T7" fmla="*/ 47 h 105"/>
                  <a:gd name="T8" fmla="*/ 93 w 96"/>
                  <a:gd name="T9" fmla="*/ 62 h 105"/>
                  <a:gd name="T10" fmla="*/ 96 w 96"/>
                  <a:gd name="T11" fmla="*/ 38 h 105"/>
                  <a:gd name="T12" fmla="*/ 42 w 96"/>
                  <a:gd name="T13" fmla="*/ 23 h 105"/>
                  <a:gd name="T14" fmla="*/ 20 w 96"/>
                  <a:gd name="T15" fmla="*/ 0 h 105"/>
                  <a:gd name="T16" fmla="*/ 0 w 96"/>
                  <a:gd name="T17" fmla="*/ 13 h 105"/>
                  <a:gd name="T18" fmla="*/ 12 w 96"/>
                  <a:gd name="T19" fmla="*/ 5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105">
                    <a:moveTo>
                      <a:pt x="12" y="50"/>
                    </a:moveTo>
                    <a:cubicBezTo>
                      <a:pt x="13" y="63"/>
                      <a:pt x="10" y="79"/>
                      <a:pt x="3" y="97"/>
                    </a:cubicBezTo>
                    <a:cubicBezTo>
                      <a:pt x="26" y="105"/>
                      <a:pt x="26" y="105"/>
                      <a:pt x="26" y="105"/>
                    </a:cubicBezTo>
                    <a:cubicBezTo>
                      <a:pt x="26" y="105"/>
                      <a:pt x="39" y="76"/>
                      <a:pt x="36" y="47"/>
                    </a:cubicBezTo>
                    <a:cubicBezTo>
                      <a:pt x="36" y="47"/>
                      <a:pt x="57" y="60"/>
                      <a:pt x="93" y="62"/>
                    </a:cubicBezTo>
                    <a:cubicBezTo>
                      <a:pt x="96" y="38"/>
                      <a:pt x="96" y="38"/>
                      <a:pt x="96" y="38"/>
                    </a:cubicBezTo>
                    <a:cubicBezTo>
                      <a:pt x="96" y="38"/>
                      <a:pt x="68" y="40"/>
                      <a:pt x="42" y="23"/>
                    </a:cubicBezTo>
                    <a:cubicBezTo>
                      <a:pt x="34" y="18"/>
                      <a:pt x="27" y="10"/>
                      <a:pt x="2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13"/>
                      <a:pt x="11" y="27"/>
                      <a:pt x="12" y="50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2" name="Freeform 711"/>
              <p:cNvSpPr>
                <a:spLocks/>
              </p:cNvSpPr>
              <p:nvPr/>
            </p:nvSpPr>
            <p:spPr bwMode="auto">
              <a:xfrm>
                <a:off x="2964505" y="3905264"/>
                <a:ext cx="64044" cy="60993"/>
              </a:xfrm>
              <a:custGeom>
                <a:avLst/>
                <a:gdLst>
                  <a:gd name="T0" fmla="*/ 21 w 105"/>
                  <a:gd name="T1" fmla="*/ 46 h 102"/>
                  <a:gd name="T2" fmla="*/ 0 w 105"/>
                  <a:gd name="T3" fmla="*/ 89 h 102"/>
                  <a:gd name="T4" fmla="*/ 20 w 105"/>
                  <a:gd name="T5" fmla="*/ 102 h 102"/>
                  <a:gd name="T6" fmla="*/ 45 w 105"/>
                  <a:gd name="T7" fmla="*/ 49 h 102"/>
                  <a:gd name="T8" fmla="*/ 96 w 105"/>
                  <a:gd name="T9" fmla="*/ 79 h 102"/>
                  <a:gd name="T10" fmla="*/ 105 w 105"/>
                  <a:gd name="T11" fmla="*/ 56 h 102"/>
                  <a:gd name="T12" fmla="*/ 57 w 105"/>
                  <a:gd name="T13" fmla="*/ 28 h 102"/>
                  <a:gd name="T14" fmla="*/ 42 w 105"/>
                  <a:gd name="T15" fmla="*/ 0 h 102"/>
                  <a:gd name="T16" fmla="*/ 19 w 105"/>
                  <a:gd name="T17" fmla="*/ 7 h 102"/>
                  <a:gd name="T18" fmla="*/ 21 w 105"/>
                  <a:gd name="T19" fmla="*/ 46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5" h="102">
                    <a:moveTo>
                      <a:pt x="21" y="46"/>
                    </a:moveTo>
                    <a:cubicBezTo>
                      <a:pt x="19" y="59"/>
                      <a:pt x="12" y="73"/>
                      <a:pt x="0" y="89"/>
                    </a:cubicBezTo>
                    <a:cubicBezTo>
                      <a:pt x="20" y="102"/>
                      <a:pt x="20" y="102"/>
                      <a:pt x="20" y="102"/>
                    </a:cubicBezTo>
                    <a:cubicBezTo>
                      <a:pt x="20" y="102"/>
                      <a:pt x="40" y="78"/>
                      <a:pt x="45" y="49"/>
                    </a:cubicBezTo>
                    <a:cubicBezTo>
                      <a:pt x="45" y="49"/>
                      <a:pt x="62" y="68"/>
                      <a:pt x="96" y="79"/>
                    </a:cubicBezTo>
                    <a:cubicBezTo>
                      <a:pt x="105" y="56"/>
                      <a:pt x="105" y="56"/>
                      <a:pt x="105" y="56"/>
                    </a:cubicBezTo>
                    <a:cubicBezTo>
                      <a:pt x="105" y="56"/>
                      <a:pt x="77" y="51"/>
                      <a:pt x="57" y="28"/>
                    </a:cubicBezTo>
                    <a:cubicBezTo>
                      <a:pt x="51" y="21"/>
                      <a:pt x="46" y="11"/>
                      <a:pt x="42" y="0"/>
                    </a:cubicBezTo>
                    <a:cubicBezTo>
                      <a:pt x="19" y="7"/>
                      <a:pt x="19" y="7"/>
                      <a:pt x="19" y="7"/>
                    </a:cubicBezTo>
                    <a:cubicBezTo>
                      <a:pt x="19" y="7"/>
                      <a:pt x="26" y="23"/>
                      <a:pt x="21" y="46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3" name="Freeform 712"/>
              <p:cNvSpPr>
                <a:spLocks/>
              </p:cNvSpPr>
              <p:nvPr/>
            </p:nvSpPr>
            <p:spPr bwMode="auto">
              <a:xfrm>
                <a:off x="2900461" y="3890017"/>
                <a:ext cx="60993" cy="64044"/>
              </a:xfrm>
              <a:custGeom>
                <a:avLst/>
                <a:gdLst>
                  <a:gd name="T0" fmla="*/ 49 w 99"/>
                  <a:gd name="T1" fmla="*/ 21 h 102"/>
                  <a:gd name="T2" fmla="*/ 1 w 99"/>
                  <a:gd name="T3" fmla="*/ 25 h 102"/>
                  <a:gd name="T4" fmla="*/ 0 w 99"/>
                  <a:gd name="T5" fmla="*/ 49 h 102"/>
                  <a:gd name="T6" fmla="*/ 59 w 99"/>
                  <a:gd name="T7" fmla="*/ 43 h 102"/>
                  <a:gd name="T8" fmla="*/ 59 w 99"/>
                  <a:gd name="T9" fmla="*/ 102 h 102"/>
                  <a:gd name="T10" fmla="*/ 83 w 99"/>
                  <a:gd name="T11" fmla="*/ 99 h 102"/>
                  <a:gd name="T12" fmla="*/ 83 w 99"/>
                  <a:gd name="T13" fmla="*/ 43 h 102"/>
                  <a:gd name="T14" fmla="*/ 99 w 99"/>
                  <a:gd name="T15" fmla="*/ 16 h 102"/>
                  <a:gd name="T16" fmla="*/ 81 w 99"/>
                  <a:gd name="T17" fmla="*/ 0 h 102"/>
                  <a:gd name="T18" fmla="*/ 49 w 99"/>
                  <a:gd name="T19" fmla="*/ 2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9" h="102">
                    <a:moveTo>
                      <a:pt x="49" y="21"/>
                    </a:moveTo>
                    <a:cubicBezTo>
                      <a:pt x="37" y="25"/>
                      <a:pt x="21" y="27"/>
                      <a:pt x="1" y="25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49"/>
                      <a:pt x="31" y="54"/>
                      <a:pt x="59" y="43"/>
                    </a:cubicBezTo>
                    <a:cubicBezTo>
                      <a:pt x="59" y="43"/>
                      <a:pt x="51" y="67"/>
                      <a:pt x="59" y="102"/>
                    </a:cubicBezTo>
                    <a:cubicBezTo>
                      <a:pt x="83" y="99"/>
                      <a:pt x="83" y="99"/>
                      <a:pt x="83" y="99"/>
                    </a:cubicBezTo>
                    <a:cubicBezTo>
                      <a:pt x="83" y="99"/>
                      <a:pt x="73" y="72"/>
                      <a:pt x="83" y="43"/>
                    </a:cubicBezTo>
                    <a:cubicBezTo>
                      <a:pt x="86" y="34"/>
                      <a:pt x="91" y="25"/>
                      <a:pt x="99" y="16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71" y="13"/>
                      <a:pt x="49" y="21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4" name="Freeform 713"/>
              <p:cNvSpPr>
                <a:spLocks/>
              </p:cNvSpPr>
              <p:nvPr/>
            </p:nvSpPr>
            <p:spPr bwMode="auto">
              <a:xfrm>
                <a:off x="2869965" y="3838172"/>
                <a:ext cx="64044" cy="57944"/>
              </a:xfrm>
              <a:custGeom>
                <a:avLst/>
                <a:gdLst>
                  <a:gd name="T0" fmla="*/ 54 w 104"/>
                  <a:gd name="T1" fmla="*/ 15 h 97"/>
                  <a:gd name="T2" fmla="*/ 5 w 104"/>
                  <a:gd name="T3" fmla="*/ 9 h 97"/>
                  <a:gd name="T4" fmla="*/ 0 w 104"/>
                  <a:gd name="T5" fmla="*/ 33 h 97"/>
                  <a:gd name="T6" fmla="*/ 59 w 104"/>
                  <a:gd name="T7" fmla="*/ 38 h 97"/>
                  <a:gd name="T8" fmla="*/ 48 w 104"/>
                  <a:gd name="T9" fmla="*/ 96 h 97"/>
                  <a:gd name="T10" fmla="*/ 73 w 104"/>
                  <a:gd name="T11" fmla="*/ 97 h 97"/>
                  <a:gd name="T12" fmla="*/ 82 w 104"/>
                  <a:gd name="T13" fmla="*/ 43 h 97"/>
                  <a:gd name="T14" fmla="*/ 104 w 104"/>
                  <a:gd name="T15" fmla="*/ 19 h 97"/>
                  <a:gd name="T16" fmla="*/ 89 w 104"/>
                  <a:gd name="T17" fmla="*/ 0 h 97"/>
                  <a:gd name="T18" fmla="*/ 54 w 104"/>
                  <a:gd name="T19" fmla="*/ 1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4" h="97">
                    <a:moveTo>
                      <a:pt x="54" y="15"/>
                    </a:moveTo>
                    <a:cubicBezTo>
                      <a:pt x="41" y="17"/>
                      <a:pt x="24" y="15"/>
                      <a:pt x="5" y="9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3"/>
                      <a:pt x="29" y="43"/>
                      <a:pt x="59" y="38"/>
                    </a:cubicBezTo>
                    <a:cubicBezTo>
                      <a:pt x="59" y="38"/>
                      <a:pt x="47" y="61"/>
                      <a:pt x="48" y="96"/>
                    </a:cubicBezTo>
                    <a:cubicBezTo>
                      <a:pt x="73" y="97"/>
                      <a:pt x="73" y="97"/>
                      <a:pt x="73" y="97"/>
                    </a:cubicBezTo>
                    <a:cubicBezTo>
                      <a:pt x="73" y="97"/>
                      <a:pt x="68" y="69"/>
                      <a:pt x="82" y="43"/>
                    </a:cubicBezTo>
                    <a:cubicBezTo>
                      <a:pt x="87" y="34"/>
                      <a:pt x="94" y="26"/>
                      <a:pt x="104" y="19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89" y="0"/>
                      <a:pt x="76" y="11"/>
                      <a:pt x="54" y="15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5" name="Freeform 714"/>
              <p:cNvSpPr>
                <a:spLocks/>
              </p:cNvSpPr>
              <p:nvPr/>
            </p:nvSpPr>
            <p:spPr bwMode="auto">
              <a:xfrm>
                <a:off x="2934008" y="3819874"/>
                <a:ext cx="51845" cy="60993"/>
              </a:xfrm>
              <a:custGeom>
                <a:avLst/>
                <a:gdLst>
                  <a:gd name="T0" fmla="*/ 54 w 88"/>
                  <a:gd name="T1" fmla="*/ 34 h 102"/>
                  <a:gd name="T2" fmla="*/ 25 w 88"/>
                  <a:gd name="T3" fmla="*/ 0 h 102"/>
                  <a:gd name="T4" fmla="*/ 6 w 88"/>
                  <a:gd name="T5" fmla="*/ 13 h 102"/>
                  <a:gd name="T6" fmla="*/ 44 w 88"/>
                  <a:gd name="T7" fmla="*/ 53 h 102"/>
                  <a:gd name="T8" fmla="*/ 0 w 88"/>
                  <a:gd name="T9" fmla="*/ 86 h 102"/>
                  <a:gd name="T10" fmla="*/ 17 w 88"/>
                  <a:gd name="T11" fmla="*/ 102 h 102"/>
                  <a:gd name="T12" fmla="*/ 57 w 88"/>
                  <a:gd name="T13" fmla="*/ 70 h 102"/>
                  <a:gd name="T14" fmla="*/ 86 w 88"/>
                  <a:gd name="T15" fmla="*/ 67 h 102"/>
                  <a:gd name="T16" fmla="*/ 88 w 88"/>
                  <a:gd name="T17" fmla="*/ 45 h 102"/>
                  <a:gd name="T18" fmla="*/ 54 w 88"/>
                  <a:gd name="T19" fmla="*/ 34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8" h="102">
                    <a:moveTo>
                      <a:pt x="54" y="34"/>
                    </a:moveTo>
                    <a:cubicBezTo>
                      <a:pt x="44" y="27"/>
                      <a:pt x="34" y="16"/>
                      <a:pt x="25" y="0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3"/>
                      <a:pt x="20" y="38"/>
                      <a:pt x="44" y="53"/>
                    </a:cubicBezTo>
                    <a:cubicBezTo>
                      <a:pt x="44" y="53"/>
                      <a:pt x="22" y="61"/>
                      <a:pt x="0" y="86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2"/>
                      <a:pt x="30" y="79"/>
                      <a:pt x="57" y="70"/>
                    </a:cubicBezTo>
                    <a:cubicBezTo>
                      <a:pt x="65" y="67"/>
                      <a:pt x="75" y="66"/>
                      <a:pt x="86" y="67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8" y="45"/>
                      <a:pt x="72" y="45"/>
                      <a:pt x="54" y="34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6" name="Freeform 715"/>
              <p:cNvSpPr>
                <a:spLocks/>
              </p:cNvSpPr>
              <p:nvPr/>
            </p:nvSpPr>
            <p:spPr bwMode="auto">
              <a:xfrm>
                <a:off x="2964505" y="3856470"/>
                <a:ext cx="54894" cy="57944"/>
              </a:xfrm>
              <a:custGeom>
                <a:avLst/>
                <a:gdLst>
                  <a:gd name="T0" fmla="*/ 41 w 93"/>
                  <a:gd name="T1" fmla="*/ 28 h 96"/>
                  <a:gd name="T2" fmla="*/ 0 w 93"/>
                  <a:gd name="T3" fmla="*/ 45 h 96"/>
                  <a:gd name="T4" fmla="*/ 6 w 93"/>
                  <a:gd name="T5" fmla="*/ 67 h 96"/>
                  <a:gd name="T6" fmla="*/ 56 w 93"/>
                  <a:gd name="T7" fmla="*/ 45 h 96"/>
                  <a:gd name="T8" fmla="*/ 73 w 93"/>
                  <a:gd name="T9" fmla="*/ 96 h 96"/>
                  <a:gd name="T10" fmla="*/ 93 w 93"/>
                  <a:gd name="T11" fmla="*/ 86 h 96"/>
                  <a:gd name="T12" fmla="*/ 77 w 93"/>
                  <a:gd name="T13" fmla="*/ 38 h 96"/>
                  <a:gd name="T14" fmla="*/ 84 w 93"/>
                  <a:gd name="T15" fmla="*/ 9 h 96"/>
                  <a:gd name="T16" fmla="*/ 63 w 93"/>
                  <a:gd name="T17" fmla="*/ 0 h 96"/>
                  <a:gd name="T18" fmla="*/ 41 w 93"/>
                  <a:gd name="T19" fmla="*/ 2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96">
                    <a:moveTo>
                      <a:pt x="41" y="28"/>
                    </a:moveTo>
                    <a:cubicBezTo>
                      <a:pt x="32" y="36"/>
                      <a:pt x="18" y="42"/>
                      <a:pt x="0" y="45"/>
                    </a:cubicBezTo>
                    <a:cubicBezTo>
                      <a:pt x="6" y="67"/>
                      <a:pt x="6" y="67"/>
                      <a:pt x="6" y="67"/>
                    </a:cubicBezTo>
                    <a:cubicBezTo>
                      <a:pt x="6" y="67"/>
                      <a:pt x="35" y="62"/>
                      <a:pt x="56" y="45"/>
                    </a:cubicBezTo>
                    <a:cubicBezTo>
                      <a:pt x="56" y="45"/>
                      <a:pt x="56" y="68"/>
                      <a:pt x="73" y="96"/>
                    </a:cubicBezTo>
                    <a:cubicBezTo>
                      <a:pt x="93" y="86"/>
                      <a:pt x="93" y="86"/>
                      <a:pt x="93" y="86"/>
                    </a:cubicBezTo>
                    <a:cubicBezTo>
                      <a:pt x="93" y="86"/>
                      <a:pt x="77" y="66"/>
                      <a:pt x="77" y="38"/>
                    </a:cubicBezTo>
                    <a:cubicBezTo>
                      <a:pt x="77" y="29"/>
                      <a:pt x="79" y="19"/>
                      <a:pt x="84" y="9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3" y="0"/>
                      <a:pt x="58" y="15"/>
                      <a:pt x="41" y="28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7" name="Freeform 716"/>
              <p:cNvSpPr>
                <a:spLocks/>
              </p:cNvSpPr>
              <p:nvPr/>
            </p:nvSpPr>
            <p:spPr bwMode="auto">
              <a:xfrm>
                <a:off x="3013300" y="3832073"/>
                <a:ext cx="57944" cy="54894"/>
              </a:xfrm>
              <a:custGeom>
                <a:avLst/>
                <a:gdLst>
                  <a:gd name="T0" fmla="*/ 21 w 95"/>
                  <a:gd name="T1" fmla="*/ 45 h 91"/>
                  <a:gd name="T2" fmla="*/ 24 w 95"/>
                  <a:gd name="T3" fmla="*/ 90 h 91"/>
                  <a:gd name="T4" fmla="*/ 47 w 95"/>
                  <a:gd name="T5" fmla="*/ 91 h 91"/>
                  <a:gd name="T6" fmla="*/ 41 w 95"/>
                  <a:gd name="T7" fmla="*/ 37 h 91"/>
                  <a:gd name="T8" fmla="*/ 95 w 95"/>
                  <a:gd name="T9" fmla="*/ 36 h 91"/>
                  <a:gd name="T10" fmla="*/ 91 w 95"/>
                  <a:gd name="T11" fmla="*/ 13 h 91"/>
                  <a:gd name="T12" fmla="*/ 40 w 95"/>
                  <a:gd name="T13" fmla="*/ 15 h 91"/>
                  <a:gd name="T14" fmla="*/ 15 w 95"/>
                  <a:gd name="T15" fmla="*/ 0 h 91"/>
                  <a:gd name="T16" fmla="*/ 0 w 95"/>
                  <a:gd name="T17" fmla="*/ 16 h 91"/>
                  <a:gd name="T18" fmla="*/ 21 w 95"/>
                  <a:gd name="T19" fmla="*/ 4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5" h="91">
                    <a:moveTo>
                      <a:pt x="21" y="45"/>
                    </a:moveTo>
                    <a:cubicBezTo>
                      <a:pt x="25" y="57"/>
                      <a:pt x="27" y="72"/>
                      <a:pt x="24" y="90"/>
                    </a:cubicBezTo>
                    <a:cubicBezTo>
                      <a:pt x="47" y="91"/>
                      <a:pt x="47" y="91"/>
                      <a:pt x="47" y="91"/>
                    </a:cubicBezTo>
                    <a:cubicBezTo>
                      <a:pt x="47" y="91"/>
                      <a:pt x="51" y="62"/>
                      <a:pt x="41" y="37"/>
                    </a:cubicBezTo>
                    <a:cubicBezTo>
                      <a:pt x="41" y="37"/>
                      <a:pt x="63" y="43"/>
                      <a:pt x="95" y="36"/>
                    </a:cubicBezTo>
                    <a:cubicBezTo>
                      <a:pt x="91" y="13"/>
                      <a:pt x="91" y="13"/>
                      <a:pt x="91" y="13"/>
                    </a:cubicBezTo>
                    <a:cubicBezTo>
                      <a:pt x="91" y="13"/>
                      <a:pt x="67" y="23"/>
                      <a:pt x="40" y="15"/>
                    </a:cubicBezTo>
                    <a:cubicBezTo>
                      <a:pt x="32" y="12"/>
                      <a:pt x="23" y="7"/>
                      <a:pt x="15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13" y="26"/>
                      <a:pt x="21" y="45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8" name="Freeform 717"/>
              <p:cNvSpPr>
                <a:spLocks/>
              </p:cNvSpPr>
              <p:nvPr/>
            </p:nvSpPr>
            <p:spPr bwMode="auto">
              <a:xfrm>
                <a:off x="3001101" y="3777179"/>
                <a:ext cx="57944" cy="51845"/>
              </a:xfrm>
              <a:custGeom>
                <a:avLst/>
                <a:gdLst>
                  <a:gd name="T0" fmla="*/ 45 w 96"/>
                  <a:gd name="T1" fmla="*/ 78 h 88"/>
                  <a:gd name="T2" fmla="*/ 88 w 96"/>
                  <a:gd name="T3" fmla="*/ 88 h 88"/>
                  <a:gd name="T4" fmla="*/ 96 w 96"/>
                  <a:gd name="T5" fmla="*/ 67 h 88"/>
                  <a:gd name="T6" fmla="*/ 43 w 96"/>
                  <a:gd name="T7" fmla="*/ 56 h 88"/>
                  <a:gd name="T8" fmla="*/ 60 w 96"/>
                  <a:gd name="T9" fmla="*/ 4 h 88"/>
                  <a:gd name="T10" fmla="*/ 37 w 96"/>
                  <a:gd name="T11" fmla="*/ 0 h 88"/>
                  <a:gd name="T12" fmla="*/ 22 w 96"/>
                  <a:gd name="T13" fmla="*/ 49 h 88"/>
                  <a:gd name="T14" fmla="*/ 0 w 96"/>
                  <a:gd name="T15" fmla="*/ 68 h 88"/>
                  <a:gd name="T16" fmla="*/ 11 w 96"/>
                  <a:gd name="T17" fmla="*/ 87 h 88"/>
                  <a:gd name="T18" fmla="*/ 45 w 96"/>
                  <a:gd name="T19" fmla="*/ 7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6" h="88">
                    <a:moveTo>
                      <a:pt x="45" y="78"/>
                    </a:moveTo>
                    <a:cubicBezTo>
                      <a:pt x="57" y="77"/>
                      <a:pt x="72" y="81"/>
                      <a:pt x="88" y="88"/>
                    </a:cubicBezTo>
                    <a:cubicBezTo>
                      <a:pt x="96" y="67"/>
                      <a:pt x="96" y="67"/>
                      <a:pt x="96" y="67"/>
                    </a:cubicBezTo>
                    <a:cubicBezTo>
                      <a:pt x="96" y="67"/>
                      <a:pt x="70" y="55"/>
                      <a:pt x="43" y="56"/>
                    </a:cubicBezTo>
                    <a:cubicBezTo>
                      <a:pt x="43" y="56"/>
                      <a:pt x="56" y="37"/>
                      <a:pt x="60" y="4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9" y="26"/>
                      <a:pt x="22" y="49"/>
                    </a:cubicBezTo>
                    <a:cubicBezTo>
                      <a:pt x="17" y="56"/>
                      <a:pt x="9" y="63"/>
                      <a:pt x="0" y="68"/>
                    </a:cubicBezTo>
                    <a:cubicBezTo>
                      <a:pt x="11" y="87"/>
                      <a:pt x="11" y="87"/>
                      <a:pt x="11" y="87"/>
                    </a:cubicBezTo>
                    <a:cubicBezTo>
                      <a:pt x="11" y="87"/>
                      <a:pt x="24" y="78"/>
                      <a:pt x="45" y="78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79" name="Freeform 718"/>
              <p:cNvSpPr>
                <a:spLocks/>
              </p:cNvSpPr>
              <p:nvPr/>
            </p:nvSpPr>
            <p:spPr bwMode="auto">
              <a:xfrm>
                <a:off x="2943156" y="3777179"/>
                <a:ext cx="57944" cy="57944"/>
              </a:xfrm>
              <a:custGeom>
                <a:avLst/>
                <a:gdLst>
                  <a:gd name="T0" fmla="*/ 77 w 97"/>
                  <a:gd name="T1" fmla="*/ 52 h 95"/>
                  <a:gd name="T2" fmla="*/ 97 w 97"/>
                  <a:gd name="T3" fmla="*/ 12 h 95"/>
                  <a:gd name="T4" fmla="*/ 78 w 97"/>
                  <a:gd name="T5" fmla="*/ 0 h 95"/>
                  <a:gd name="T6" fmla="*/ 56 w 97"/>
                  <a:gd name="T7" fmla="*/ 50 h 95"/>
                  <a:gd name="T8" fmla="*/ 8 w 97"/>
                  <a:gd name="T9" fmla="*/ 22 h 95"/>
                  <a:gd name="T10" fmla="*/ 0 w 97"/>
                  <a:gd name="T11" fmla="*/ 43 h 95"/>
                  <a:gd name="T12" fmla="*/ 45 w 97"/>
                  <a:gd name="T13" fmla="*/ 69 h 95"/>
                  <a:gd name="T14" fmla="*/ 59 w 97"/>
                  <a:gd name="T15" fmla="*/ 95 h 95"/>
                  <a:gd name="T16" fmla="*/ 80 w 97"/>
                  <a:gd name="T17" fmla="*/ 88 h 95"/>
                  <a:gd name="T18" fmla="*/ 77 w 97"/>
                  <a:gd name="T19" fmla="*/ 52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7" h="95">
                    <a:moveTo>
                      <a:pt x="77" y="52"/>
                    </a:moveTo>
                    <a:cubicBezTo>
                      <a:pt x="80" y="40"/>
                      <a:pt x="86" y="27"/>
                      <a:pt x="97" y="12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78" y="0"/>
                      <a:pt x="60" y="23"/>
                      <a:pt x="56" y="50"/>
                    </a:cubicBezTo>
                    <a:cubicBezTo>
                      <a:pt x="56" y="50"/>
                      <a:pt x="40" y="32"/>
                      <a:pt x="8" y="22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43"/>
                      <a:pt x="26" y="48"/>
                      <a:pt x="45" y="69"/>
                    </a:cubicBezTo>
                    <a:cubicBezTo>
                      <a:pt x="50" y="75"/>
                      <a:pt x="55" y="84"/>
                      <a:pt x="59" y="95"/>
                    </a:cubicBezTo>
                    <a:cubicBezTo>
                      <a:pt x="80" y="88"/>
                      <a:pt x="80" y="88"/>
                      <a:pt x="80" y="88"/>
                    </a:cubicBezTo>
                    <a:cubicBezTo>
                      <a:pt x="80" y="88"/>
                      <a:pt x="74" y="73"/>
                      <a:pt x="77" y="52"/>
                    </a:cubicBezTo>
                    <a:close/>
                  </a:path>
                </a:pathLst>
              </a:custGeom>
              <a:solidFill>
                <a:srgbClr val="75B4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</p:grpSp>
      <p:sp>
        <p:nvSpPr>
          <p:cNvPr id="81" name="직사각형 80"/>
          <p:cNvSpPr/>
          <p:nvPr/>
        </p:nvSpPr>
        <p:spPr>
          <a:xfrm>
            <a:off x="649158" y="1628800"/>
            <a:ext cx="5744002" cy="1172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15000"/>
              </a:lnSpc>
              <a:spcBef>
                <a:spcPts val="400"/>
              </a:spcBef>
            </a:pPr>
            <a:r>
              <a:rPr lang="ko-KR" altLang="en-US" sz="40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gradFill flip="none" rotWithShape="1">
                  <a:gsLst>
                    <a:gs pos="0">
                      <a:srgbClr val="00A7ED"/>
                    </a:gs>
                    <a:gs pos="100000">
                      <a:srgbClr val="1975D3"/>
                    </a:gs>
                  </a:gsLst>
                  <a:lin ang="0" scaled="1"/>
                  <a:tileRect/>
                </a:gradFill>
                <a:latin typeface="+mn-ea"/>
              </a:rPr>
              <a:t>바이오 이노베이션 허브</a:t>
            </a:r>
            <a:endParaRPr lang="en-US" altLang="ko-KR" sz="4000" b="1" spc="-150" dirty="0">
              <a:ln>
                <a:solidFill>
                  <a:schemeClr val="accent1">
                    <a:alpha val="0"/>
                  </a:schemeClr>
                </a:solidFill>
              </a:ln>
              <a:gradFill flip="none" rotWithShape="1">
                <a:gsLst>
                  <a:gs pos="0">
                    <a:srgbClr val="00A7ED"/>
                  </a:gs>
                  <a:gs pos="100000">
                    <a:srgbClr val="1975D3"/>
                  </a:gs>
                </a:gsLst>
                <a:lin ang="0" scaled="1"/>
                <a:tileRect/>
              </a:gradFill>
              <a:latin typeface="+mn-ea"/>
            </a:endParaRPr>
          </a:p>
          <a:p>
            <a:pPr fontAlgn="base">
              <a:lnSpc>
                <a:spcPct val="115000"/>
              </a:lnSpc>
              <a:spcBef>
                <a:spcPts val="400"/>
              </a:spcBef>
            </a:pPr>
            <a:r>
              <a:rPr lang="ko-KR" altLang="en-US" sz="20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82828"/>
                </a:solidFill>
                <a:latin typeface="+mn-ea"/>
              </a:rPr>
              <a:t>주간회의자료   {기간}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15" y="1201307"/>
            <a:ext cx="1437322" cy="30298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91" y="1222227"/>
            <a:ext cx="1553661" cy="282067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454" y="1132082"/>
            <a:ext cx="1456461" cy="372212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FA45F-E84C-8140-1E61-0736BEB52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11396" y="6673971"/>
            <a:ext cx="439947" cy="155454"/>
          </a:xfrm>
        </p:spPr>
        <p:txBody>
          <a:bodyPr/>
          <a:lstStyle/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1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611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0E6F-5A08-840C-98C6-479A6DE6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126082-44EA-6941-E5E2-6D83E8C32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2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C609A5-2A6F-517F-A245-D4540189D7D7}"/>
              </a:ext>
            </a:extLst>
          </p:cNvPr>
          <p:cNvSpPr/>
          <p:nvPr/>
        </p:nvSpPr>
        <p:spPr>
          <a:xfrm>
            <a:off x="1103993" y="329287"/>
            <a:ext cx="1739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</a:rPr>
              <a:t>01</a:t>
            </a:r>
            <a:r>
              <a:rPr lang="en-US" altLang="ko-KR" sz="2000" b="1" spc="-15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Gothic A1 Black" pitchFamily="2" charset="-127"/>
              </a:rPr>
              <a:t> </a:t>
            </a:r>
            <a:r>
              <a:rPr lang="ko-KR" altLang="en-US" sz="2000" b="1" spc="-15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Gothic A1 Black" pitchFamily="2" charset="-127"/>
              </a:rPr>
              <a:t>하자리스트</a:t>
            </a:r>
            <a:endParaRPr lang="en-US" altLang="ko-KR" sz="2000" b="1" spc="-1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Gothic A1 Black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ADE92C-F65D-385B-B8AF-17D698098CF5}"/>
              </a:ext>
            </a:extLst>
          </p:cNvPr>
          <p:cNvGraphicFramePr>
            <a:graphicFrameLocks noGrp="1"/>
          </p:cNvGraphicFramePr>
          <p:nvPr/>
        </p:nvGraphicFramePr>
        <p:xfrm>
          <a:off x="369316" y="1484311"/>
          <a:ext cx="9215445" cy="51896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3089">
                  <a:extLst>
                    <a:ext uri="{9D8B030D-6E8A-4147-A177-3AD203B41FA5}">
                      <a16:colId xmlns:a16="http://schemas.microsoft.com/office/drawing/2014/main" val="953712775"/>
                    </a:ext>
                  </a:extLst>
                </a:gridCol>
                <a:gridCol w="1843089">
                  <a:extLst>
                    <a:ext uri="{9D8B030D-6E8A-4147-A177-3AD203B41FA5}">
                      <a16:colId xmlns:a16="http://schemas.microsoft.com/office/drawing/2014/main" val="2931662288"/>
                    </a:ext>
                  </a:extLst>
                </a:gridCol>
                <a:gridCol w="1843089">
                  <a:extLst>
                    <a:ext uri="{9D8B030D-6E8A-4147-A177-3AD203B41FA5}">
                      <a16:colId xmlns:a16="http://schemas.microsoft.com/office/drawing/2014/main" val="1615908306"/>
                    </a:ext>
                  </a:extLst>
                </a:gridCol>
                <a:gridCol w="1843089">
                  <a:extLst>
                    <a:ext uri="{9D8B030D-6E8A-4147-A177-3AD203B41FA5}">
                      <a16:colId xmlns:a16="http://schemas.microsoft.com/office/drawing/2014/main" val="946810028"/>
                    </a:ext>
                  </a:extLst>
                </a:gridCol>
                <a:gridCol w="1843089">
                  <a:extLst>
                    <a:ext uri="{9D8B030D-6E8A-4147-A177-3AD203B41FA5}">
                      <a16:colId xmlns:a16="http://schemas.microsoft.com/office/drawing/2014/main" val="1914343730"/>
                    </a:ext>
                  </a:extLst>
                </a:gridCol>
              </a:tblGrid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공 종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 발행 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이번 주 치유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하자 치유 누적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진행률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979093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전기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{전기_발행}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{전기_이번주}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{전기_누적}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t>{전기_진행률}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21527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건축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{건축_발행}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{건축_이번주}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{건축_누적}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t>{건축_진행률}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35009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기계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{기계_발행}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{기계_이번주}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{기계_누적}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t>{기계_진행률}</a:t>
                      </a:r>
                      <a:endParaRPr lang="en-US" altLang="ko-KR" sz="1600" b="1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436482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소방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{소방_발행}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{소방_이번주}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{소방_누적}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t>{소방_진행률}</a:t>
                      </a:r>
                      <a:endParaRPr lang="en-US" altLang="ko-KR" sz="1600" b="1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344796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600" b="1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인테리어</a:t>
                      </a: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{인테리어_발행}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{인테리어_이번주}</a:t>
                      </a:r>
                      <a:endParaRPr lang="en-US" altLang="ko-KR" sz="1600" b="1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600" b="1" u="none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{인테리어_누적}</a:t>
                      </a:r>
                      <a:endParaRPr lang="en-US" altLang="ko-KR" sz="1600" b="1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t>{인테리어_진행률}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499573"/>
                  </a:ext>
                </a:extLst>
              </a:tr>
              <a:tr h="741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 계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{합계_발행}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+mn-cs"/>
                        </a:rPr>
                        <a:t>{합계_이번주}</a:t>
                      </a:r>
                      <a:endParaRPr lang="en-US" altLang="ko-KR" sz="1600" b="1" u="none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{합계_누적}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{합계_진행률}</a:t>
                      </a:r>
                      <a:endParaRPr lang="en-US" altLang="ko-KR" sz="1600" b="1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12234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9316" y="1150000"/>
            <a:ext cx="9215445" cy="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dirty="0">
                <a:solidFill>
                  <a:srgbClr val="595959"/>
                </a:solidFill>
                <a:latin typeface="맑은 고딕"/>
              </a:rPr>
              <a:t>※ ‘이번 주 치유’는 이번 주에 처리한 건수, ‘누적’은 지금까지 치유한 총 건수입니다.</a:t>
            </a:r>
            <a:endParaRPr sz="1200" b="0" dirty="0">
              <a:solidFill>
                <a:srgbClr val="595959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31471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46517-AF34-43F7-24BB-2DFF9B55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91440" y="45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{#작업들}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9E0AED-3168-7338-BDA5-3520F62A3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3B39F1DC-5AD2-4CBE-B6D7-7A922372C2CA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106B27B-F40D-51A0-391F-D2BC33C88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760263"/>
              </p:ext>
            </p:extLst>
          </p:nvPr>
        </p:nvGraphicFramePr>
        <p:xfrm>
          <a:off x="393700" y="4001721"/>
          <a:ext cx="9215444" cy="2585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15444">
                  <a:extLst>
                    <a:ext uri="{9D8B030D-6E8A-4147-A177-3AD203B41FA5}">
                      <a16:colId xmlns:a16="http://schemas.microsoft.com/office/drawing/2014/main" val="953712775"/>
                    </a:ext>
                  </a:extLst>
                </a:gridCol>
              </a:tblGrid>
              <a:tr h="258516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 xml:space="preserve">{#본문}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 xml:space="preserve">{#볼드}{글}{/볼드}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 xml:space="preserve">{^볼드}{글}{/볼드}</a:t>
                      </a:r>
                    </a:p>
                    <a:p>
                      <a:pPr marL="0" indent="0" algn="l">
                        <a:lnSpc>
                          <a:spcPct val="130000"/>
                        </a:lnSpc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 xml:space="preserve">{/본문}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97909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73A6254-1514-03EE-1E9F-859FF15CC156}"/>
              </a:ext>
            </a:extLst>
          </p:cNvPr>
          <p:cNvSpPr txBox="1"/>
          <p:nvPr/>
        </p:nvSpPr>
        <p:spPr>
          <a:xfrm>
            <a:off x="393697" y="3569462"/>
            <a:ext cx="4500000" cy="338554"/>
          </a:xfrm>
          <a:prstGeom prst="rect">
            <a:avLst/>
          </a:prstGeom>
          <a:noFill/>
          <a:ln>
            <a:solidFill>
              <a:srgbClr val="66FFFF">
                <a:alpha val="0"/>
              </a:srgbClr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 marL="180000">
              <a:spcBef>
                <a:spcPts val="200"/>
              </a:spcBef>
              <a:defRPr b="1" spc="-6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5392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0" marR="0" lvl="0" indent="0" algn="ctr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Gothic A1" pitchFamily="2" charset="-127"/>
                <a:sym typeface="Wingdings" panose="05000000000000000000" pitchFamily="2" charset="2"/>
              </a:rPr>
              <a:t>{사진1설명}</a:t>
            </a:r>
            <a:endParaRPr lang="ko-KR" altLang="en-US" sz="1600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Gothic A1" pitchFamily="2" charset="-127"/>
              <a:sym typeface="Wingdings" panose="05000000000000000000" pitchFamily="2" charset="2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B1B196-B8A6-BAC9-08D9-424C4B56432B}"/>
              </a:ext>
            </a:extLst>
          </p:cNvPr>
          <p:cNvSpPr/>
          <p:nvPr/>
        </p:nvSpPr>
        <p:spPr>
          <a:xfrm>
            <a:off x="1103993" y="329287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gradFill>
                  <a:gsLst>
                    <a:gs pos="0">
                      <a:srgbClr val="FE5154"/>
                    </a:gs>
                    <a:gs pos="100000">
                      <a:srgbClr val="FF3F4D"/>
                    </a:gs>
                  </a:gsLst>
                  <a:lin ang="5400000" scaled="1"/>
                </a:gradFill>
                <a:latin typeface="+mn-ea"/>
              </a:rPr>
              <a:t xml:space="preserve">{번호} </a:t>
            </a:r>
            <a:r>
              <a:rPr lang="en-US" altLang="ko-KR" sz="2000" b="1" spc="-15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Gothic A1 Black" pitchFamily="2" charset="-127"/>
              </a:rPr>
              <a:t xml:space="preserve">{주제}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358FE-69D1-B25C-BD64-6D81FBD34D78}"/>
              </a:ext>
            </a:extLst>
          </p:cNvPr>
          <p:cNvSpPr txBox="1"/>
          <p:nvPr/>
        </p:nvSpPr>
        <p:spPr>
          <a:xfrm>
            <a:off x="5001421" y="3569462"/>
            <a:ext cx="4500000" cy="338554"/>
          </a:xfrm>
          <a:prstGeom prst="rect">
            <a:avLst/>
          </a:prstGeom>
          <a:noFill/>
          <a:ln>
            <a:solidFill>
              <a:srgbClr val="66FFFF">
                <a:alpha val="0"/>
              </a:srgbClr>
            </a:solidFill>
          </a:ln>
          <a:effectLst/>
        </p:spPr>
        <p:txBody>
          <a:bodyPr wrap="square" rtlCol="0">
            <a:spAutoFit/>
          </a:bodyPr>
          <a:lstStyle>
            <a:defPPr>
              <a:defRPr lang="ko-KR"/>
            </a:defPPr>
            <a:lvl1pPr marL="180000">
              <a:spcBef>
                <a:spcPts val="200"/>
              </a:spcBef>
              <a:defRPr b="1" spc="-6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5392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pPr marL="0" marR="0" lvl="0" indent="0" algn="ctr" fontAlgn="auto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1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Gothic A1" pitchFamily="2" charset="-127"/>
                <a:sym typeface="Wingdings" panose="05000000000000000000" pitchFamily="2" charset="2"/>
              </a:rPr>
              <a:t>{사진2설명}</a:t>
            </a:r>
            <a:endParaRPr lang="ko-KR" altLang="en-US" sz="1600" spc="-1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  <a:cs typeface="Gothic A1" pitchFamily="2" charset="-127"/>
              <a:sym typeface="Wingdings" panose="05000000000000000000" pitchFamily="2" charset="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3192" y="1389888"/>
            <a:ext cx="4498848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{%사진1}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389888"/>
            <a:ext cx="4498848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{%사진2}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{/작업들}</a:t>
            </a:r>
          </a:p>
        </p:txBody>
      </p:sp>
    </p:spTree>
    <p:extLst>
      <p:ext uri="{BB962C8B-B14F-4D97-AF65-F5344CB8AC3E}">
        <p14:creationId xmlns:p14="http://schemas.microsoft.com/office/powerpoint/2010/main" val="129953798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65272</TotalTime>
  <Words>155</Words>
  <Application>Microsoft Office PowerPoint</Application>
  <PresentationFormat>A4 용지(210x297mm)</PresentationFormat>
  <Paragraphs>45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6_Office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이명진</dc:creator>
  <cp:lastModifiedBy>명진 이</cp:lastModifiedBy>
  <cp:revision>7944</cp:revision>
  <cp:lastPrinted>2026-08-03T01:21:35Z</cp:lastPrinted>
  <dcterms:created xsi:type="dcterms:W3CDTF">2021-10-21T05:34:13Z</dcterms:created>
  <dcterms:modified xsi:type="dcterms:W3CDTF">2026-08-30T11:10:28Z</dcterms:modified>
</cp:coreProperties>
</file>